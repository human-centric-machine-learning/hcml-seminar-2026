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385" r:id="rId2"/>
    <p:sldId id="535" r:id="rId3"/>
    <p:sldId id="577" r:id="rId4"/>
    <p:sldId id="579" r:id="rId5"/>
    <p:sldId id="386" r:id="rId6"/>
    <p:sldId id="399" r:id="rId7"/>
  </p:sldIdLst>
  <p:sldSz cx="9144000" cy="5143500" type="screen16x9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370286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74057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11085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48114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1851431" algn="l" defTabSz="370286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221718" algn="l" defTabSz="370286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2592004" algn="l" defTabSz="370286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2962290" algn="l" defTabSz="370286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3300"/>
    <a:srgbClr val="FF3300"/>
    <a:srgbClr val="D1673D"/>
    <a:srgbClr val="B17D5D"/>
    <a:srgbClr val="009900"/>
    <a:srgbClr val="99CC00"/>
    <a:srgbClr val="B2B2B2"/>
    <a:srgbClr val="5F5F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79" autoAdjust="0"/>
    <p:restoredTop sz="94384" autoAdjust="0"/>
  </p:normalViewPr>
  <p:slideViewPr>
    <p:cSldViewPr>
      <p:cViewPr varScale="1">
        <p:scale>
          <a:sx n="160" d="100"/>
          <a:sy n="160" d="100"/>
        </p:scale>
        <p:origin x="328" y="16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1" d="100"/>
          <a:sy n="71" d="100"/>
        </p:scale>
        <p:origin x="-3300" y="-102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 txBox="1">
            <a:spLocks noGrp="1"/>
          </p:cNvSpPr>
          <p:nvPr>
            <p:ph type="hdr" sz="quarter"/>
          </p:nvPr>
        </p:nvSpPr>
        <p:spPr bwMode="auto">
          <a:xfrm>
            <a:off x="0" y="0"/>
            <a:ext cx="3173413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83412" tIns="41706" rIns="83412" bIns="41706" numCol="1" anchor="t" anchorCtr="0" compatLnSpc="1">
            <a:prstTxWarp prst="textNoShape">
              <a:avLst/>
            </a:prstTxWarp>
          </a:bodyPr>
          <a:lstStyle>
            <a:lvl1pPr defTabSz="847725" eaLnBrk="1">
              <a:defRPr sz="1300">
                <a:ea typeface="DejaVu Sans" charset="0"/>
                <a:cs typeface="DejaVu Sans" charset="0"/>
              </a:defRPr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3" name="Date Placeholder 2"/>
          <p:cNvSpPr txBox="1">
            <a:spLocks noGrp="1"/>
          </p:cNvSpPr>
          <p:nvPr>
            <p:ph type="dt" sz="quarter" idx="1"/>
          </p:nvPr>
        </p:nvSpPr>
        <p:spPr bwMode="auto">
          <a:xfrm>
            <a:off x="4140200" y="0"/>
            <a:ext cx="31750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83412" tIns="41706" rIns="83412" bIns="41706" numCol="1" anchor="t" anchorCtr="0" compatLnSpc="1">
            <a:prstTxWarp prst="textNoShape">
              <a:avLst/>
            </a:prstTxWarp>
          </a:bodyPr>
          <a:lstStyle>
            <a:lvl1pPr algn="r" defTabSz="847725" eaLnBrk="1">
              <a:defRPr sz="1300">
                <a:ea typeface="DejaVu Sans" charset="0"/>
                <a:cs typeface="DejaVu Sans" charset="0"/>
              </a:defRPr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4" name="Footer Placeholder 3"/>
          <p:cNvSpPr txBox="1">
            <a:spLocks noGrp="1"/>
          </p:cNvSpPr>
          <p:nvPr>
            <p:ph type="ftr" sz="quarter" idx="2"/>
          </p:nvPr>
        </p:nvSpPr>
        <p:spPr bwMode="auto">
          <a:xfrm>
            <a:off x="0" y="9121775"/>
            <a:ext cx="3173413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83412" tIns="41706" rIns="83412" bIns="41706" numCol="1" anchor="b" anchorCtr="0" compatLnSpc="1">
            <a:prstTxWarp prst="textNoShape">
              <a:avLst/>
            </a:prstTxWarp>
          </a:bodyPr>
          <a:lstStyle>
            <a:lvl1pPr defTabSz="847725" eaLnBrk="1">
              <a:defRPr sz="1300">
                <a:ea typeface="DejaVu Sans" charset="0"/>
                <a:cs typeface="DejaVu Sans" charset="0"/>
              </a:defRPr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5" name="Slide Number Placeholder 4"/>
          <p:cNvSpPr txBox="1">
            <a:spLocks noGrp="1"/>
          </p:cNvSpPr>
          <p:nvPr>
            <p:ph type="sldNum" sz="quarter" idx="3"/>
          </p:nvPr>
        </p:nvSpPr>
        <p:spPr bwMode="auto">
          <a:xfrm>
            <a:off x="4140200" y="9121775"/>
            <a:ext cx="31750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83412" tIns="41706" rIns="83412" bIns="41706" numCol="1" anchor="b" anchorCtr="0" compatLnSpc="1">
            <a:prstTxWarp prst="textNoShape">
              <a:avLst/>
            </a:prstTxWarp>
          </a:bodyPr>
          <a:lstStyle>
            <a:lvl1pPr algn="r" defTabSz="847725" eaLnBrk="1">
              <a:defRPr sz="1300">
                <a:latin typeface="Calibri" charset="0"/>
              </a:defRPr>
            </a:lvl1pPr>
          </a:lstStyle>
          <a:p>
            <a:pPr>
              <a:defRPr/>
            </a:pPr>
            <a:fld id="{413AA366-A3C2-114F-B81D-27BE8B175CC0}" type="slidenum">
              <a:rPr lang="en-US"/>
              <a:pPr>
                <a:defRPr/>
              </a:pPr>
              <a:t>‹#›</a:t>
            </a:fld>
            <a:endParaRPr lang="fi-FI">
              <a:ea typeface="DejaVu Sans" charset="0"/>
              <a:cs typeface="DejaVu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20204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458788" y="730250"/>
            <a:ext cx="6396037" cy="3598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sp>
      <p:sp>
        <p:nvSpPr>
          <p:cNvPr id="14339" name="Notes Placeholder 2"/>
          <p:cNvSpPr txBox="1">
            <a:spLocks noGrp="1"/>
          </p:cNvSpPr>
          <p:nvPr>
            <p:ph type="body" sz="quarter" idx="3"/>
          </p:nvPr>
        </p:nvSpPr>
        <p:spPr bwMode="auto">
          <a:xfrm>
            <a:off x="731838" y="4560888"/>
            <a:ext cx="5851525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fi-FI"/>
          </a:p>
        </p:txBody>
      </p:sp>
      <p:sp>
        <p:nvSpPr>
          <p:cNvPr id="4" name="Header Placeholder 3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173413" cy="48101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847725" eaLnBrk="1">
              <a:defRPr sz="1300">
                <a:latin typeface="Times New Roman" charset="0"/>
                <a:ea typeface="DejaVu Sans" charset="0"/>
                <a:cs typeface="DejaVu Sans" charset="0"/>
              </a:defRPr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5" name="Date Placeholder 4"/>
          <p:cNvSpPr txBox="1">
            <a:spLocks noGrp="1"/>
          </p:cNvSpPr>
          <p:nvPr>
            <p:ph type="dt" idx="1"/>
          </p:nvPr>
        </p:nvSpPr>
        <p:spPr>
          <a:xfrm>
            <a:off x="4141788" y="0"/>
            <a:ext cx="3173412" cy="48101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defTabSz="847725" eaLnBrk="1">
              <a:defRPr sz="1300">
                <a:latin typeface="Times New Roman" charset="0"/>
                <a:ea typeface="DejaVu Sans" charset="0"/>
                <a:cs typeface="DejaVu Sans" charset="0"/>
              </a:defRPr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6" name="Footer Placeholder 5"/>
          <p:cNvSpPr txBox="1">
            <a:spLocks noGrp="1"/>
          </p:cNvSpPr>
          <p:nvPr>
            <p:ph type="ftr" sz="quarter" idx="4"/>
          </p:nvPr>
        </p:nvSpPr>
        <p:spPr>
          <a:xfrm>
            <a:off x="0" y="9120188"/>
            <a:ext cx="3173413" cy="48101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847725" eaLnBrk="1">
              <a:defRPr sz="1300">
                <a:latin typeface="Times New Roman" charset="0"/>
                <a:ea typeface="DejaVu Sans" charset="0"/>
                <a:cs typeface="DejaVu Sans" charset="0"/>
              </a:defRPr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7" name="Slide Number Placeholder 6"/>
          <p:cNvSpPr txBox="1">
            <a:spLocks noGrp="1"/>
          </p:cNvSpPr>
          <p:nvPr>
            <p:ph type="sldNum" sz="quarter" idx="5"/>
          </p:nvPr>
        </p:nvSpPr>
        <p:spPr>
          <a:xfrm>
            <a:off x="4141788" y="9120188"/>
            <a:ext cx="3173412" cy="48101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847725" eaLnBrk="1">
              <a:defRPr sz="1300">
                <a:latin typeface="Times New Roman" charset="0"/>
                <a:ea typeface="DejaVu Sans" charset="0"/>
                <a:cs typeface="DejaVu Sans" charset="0"/>
              </a:defRPr>
            </a:lvl1pPr>
          </a:lstStyle>
          <a:p>
            <a:pPr>
              <a:defRPr/>
            </a:pPr>
            <a:fld id="{FC8110E2-1524-9445-B796-69A2FE04EDFD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5915618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4857" indent="-174857" algn="l" rtl="0" eaLnBrk="0" fontAlgn="base" hangingPunct="0">
      <a:spcBef>
        <a:spcPct val="30000"/>
      </a:spcBef>
      <a:spcAft>
        <a:spcPct val="0"/>
      </a:spcAft>
      <a:defRPr lang="fi-FI" sz="1620">
        <a:solidFill>
          <a:schemeClr val="tx1"/>
        </a:solidFill>
        <a:latin typeface="Arial" pitchFamily="18"/>
        <a:ea typeface="ＭＳ Ｐゴシック" charset="-128"/>
        <a:cs typeface="ＭＳ Ｐゴシック" charset="-128"/>
      </a:defRPr>
    </a:lvl1pPr>
    <a:lvl2pPr marL="30720904" indent="-30350618" algn="l" rtl="0" eaLnBrk="0" fontAlgn="base" hangingPunct="0">
      <a:spcBef>
        <a:spcPct val="30000"/>
      </a:spcBef>
      <a:spcAft>
        <a:spcPct val="0"/>
      </a:spcAft>
      <a:defRPr sz="972" kern="1200">
        <a:solidFill>
          <a:schemeClr val="tx1"/>
        </a:solidFill>
        <a:latin typeface="+mn-lt"/>
        <a:ea typeface="ＭＳ Ｐゴシック" charset="-128"/>
        <a:cs typeface="+mn-cs"/>
      </a:defRPr>
    </a:lvl2pPr>
    <a:lvl3pPr marL="925716" indent="-185143" algn="l" rtl="0" eaLnBrk="0" fontAlgn="base" hangingPunct="0">
      <a:spcBef>
        <a:spcPct val="30000"/>
      </a:spcBef>
      <a:spcAft>
        <a:spcPct val="0"/>
      </a:spcAft>
      <a:defRPr sz="972" kern="1200">
        <a:solidFill>
          <a:schemeClr val="tx1"/>
        </a:solidFill>
        <a:latin typeface="+mn-lt"/>
        <a:ea typeface="ＭＳ Ｐゴシック" charset="-128"/>
        <a:cs typeface="+mn-cs"/>
      </a:defRPr>
    </a:lvl3pPr>
    <a:lvl4pPr marL="1296002" indent="-185143" algn="l" rtl="0" eaLnBrk="0" fontAlgn="base" hangingPunct="0">
      <a:spcBef>
        <a:spcPct val="30000"/>
      </a:spcBef>
      <a:spcAft>
        <a:spcPct val="0"/>
      </a:spcAft>
      <a:defRPr sz="972" kern="1200">
        <a:solidFill>
          <a:schemeClr val="tx1"/>
        </a:solidFill>
        <a:latin typeface="+mn-lt"/>
        <a:ea typeface="ＭＳ Ｐゴシック" charset="-128"/>
        <a:cs typeface="+mn-cs"/>
      </a:defRPr>
    </a:lvl4pPr>
    <a:lvl5pPr marL="1666288" indent="-185143" algn="l" rtl="0" eaLnBrk="0" fontAlgn="base" hangingPunct="0">
      <a:spcBef>
        <a:spcPct val="30000"/>
      </a:spcBef>
      <a:spcAft>
        <a:spcPct val="0"/>
      </a:spcAft>
      <a:defRPr sz="972" kern="1200">
        <a:solidFill>
          <a:schemeClr val="tx1"/>
        </a:solidFill>
        <a:latin typeface="+mn-lt"/>
        <a:ea typeface="ＭＳ Ｐゴシック" charset="-128"/>
        <a:cs typeface="+mn-cs"/>
      </a:defRPr>
    </a:lvl5pPr>
    <a:lvl6pPr marL="1851431" algn="l" defTabSz="740573" rtl="0" eaLnBrk="1" latinLnBrk="0" hangingPunct="1">
      <a:defRPr sz="972" kern="1200">
        <a:solidFill>
          <a:schemeClr val="tx1"/>
        </a:solidFill>
        <a:latin typeface="+mn-lt"/>
        <a:ea typeface="+mn-ea"/>
        <a:cs typeface="+mn-cs"/>
      </a:defRPr>
    </a:lvl6pPr>
    <a:lvl7pPr marL="2221718" algn="l" defTabSz="740573" rtl="0" eaLnBrk="1" latinLnBrk="0" hangingPunct="1">
      <a:defRPr sz="972" kern="1200">
        <a:solidFill>
          <a:schemeClr val="tx1"/>
        </a:solidFill>
        <a:latin typeface="+mn-lt"/>
        <a:ea typeface="+mn-ea"/>
        <a:cs typeface="+mn-cs"/>
      </a:defRPr>
    </a:lvl7pPr>
    <a:lvl8pPr marL="2592004" algn="l" defTabSz="740573" rtl="0" eaLnBrk="1" latinLnBrk="0" hangingPunct="1">
      <a:defRPr sz="972" kern="1200">
        <a:solidFill>
          <a:schemeClr val="tx1"/>
        </a:solidFill>
        <a:latin typeface="+mn-lt"/>
        <a:ea typeface="+mn-ea"/>
        <a:cs typeface="+mn-cs"/>
      </a:defRPr>
    </a:lvl8pPr>
    <a:lvl9pPr marL="2962290" algn="l" defTabSz="740573" rtl="0" eaLnBrk="1" latinLnBrk="0" hangingPunct="1">
      <a:defRPr sz="97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458788" y="730250"/>
            <a:ext cx="6396037" cy="3598863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6387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1838" y="4560888"/>
            <a:ext cx="5851525" cy="304800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</a:pPr>
            <a:endParaRPr dirty="0">
              <a:solidFill>
                <a:srgbClr val="000000"/>
              </a:solidFill>
              <a:latin typeface="Arial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458788" y="730250"/>
            <a:ext cx="6396037" cy="3598863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47107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1838" y="4560888"/>
            <a:ext cx="5851525" cy="304800"/>
          </a:xfrm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</a:pPr>
            <a:endParaRPr dirty="0">
              <a:solidFill>
                <a:srgbClr val="000000"/>
              </a:solidFill>
              <a:latin typeface="Arial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458788" y="730250"/>
            <a:ext cx="6396037" cy="3598863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435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1838" y="4560888"/>
            <a:ext cx="5851525" cy="304800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</a:pPr>
            <a:endParaRPr dirty="0">
              <a:solidFill>
                <a:srgbClr val="000000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5912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458788" y="730250"/>
            <a:ext cx="6396037" cy="3598863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435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1838" y="4560888"/>
            <a:ext cx="5851525" cy="304800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</a:pPr>
            <a:endParaRPr dirty="0">
              <a:solidFill>
                <a:srgbClr val="000000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77461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458788" y="730250"/>
            <a:ext cx="6396037" cy="3598863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435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1838" y="4560888"/>
            <a:ext cx="5851525" cy="304800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</a:pPr>
            <a:endParaRPr dirty="0">
              <a:solidFill>
                <a:srgbClr val="000000"/>
              </a:solidFill>
              <a:latin typeface="Arial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458788" y="730250"/>
            <a:ext cx="6396037" cy="3598863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435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1838" y="4560888"/>
            <a:ext cx="5851525" cy="304800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</a:pPr>
            <a:endParaRPr dirty="0">
              <a:solidFill>
                <a:srgbClr val="000000"/>
              </a:solidFill>
              <a:latin typeface="Arial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1" y="1597489"/>
            <a:ext cx="7773120" cy="11027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322" y="2914146"/>
            <a:ext cx="6400800" cy="1314498"/>
          </a:xfrm>
        </p:spPr>
        <p:txBody>
          <a:bodyPr/>
          <a:lstStyle>
            <a:lvl1pPr marL="0" indent="0" algn="ctr">
              <a:buNone/>
              <a:defRPr/>
            </a:lvl1pPr>
            <a:lvl2pPr marL="311058" indent="0" algn="ctr">
              <a:buNone/>
              <a:defRPr/>
            </a:lvl2pPr>
            <a:lvl3pPr marL="622115" indent="0" algn="ctr">
              <a:buNone/>
              <a:defRPr/>
            </a:lvl3pPr>
            <a:lvl4pPr marL="933173" indent="0" algn="ctr">
              <a:buNone/>
              <a:defRPr/>
            </a:lvl4pPr>
            <a:lvl5pPr marL="1244231" indent="0" algn="ctr">
              <a:buNone/>
              <a:defRPr/>
            </a:lvl5pPr>
            <a:lvl6pPr marL="1555288" indent="0" algn="ctr">
              <a:buNone/>
              <a:defRPr/>
            </a:lvl6pPr>
            <a:lvl7pPr marL="1866346" indent="0" algn="ctr">
              <a:buNone/>
              <a:defRPr/>
            </a:lvl7pPr>
            <a:lvl8pPr marL="2177404" indent="0" algn="ctr">
              <a:buNone/>
              <a:defRPr/>
            </a:lvl8pPr>
            <a:lvl9pPr marL="248846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1FE9449-F772-0A4F-A414-B421A0A8F96F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5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6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ED0209-7DE8-DE48-A57C-4EEA4DD65EC1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5635B1-8426-3249-ABF5-CADB55DB964E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5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6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A16DF1-BA4B-5C44-971E-82A6EE73956F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1" y="3305148"/>
            <a:ext cx="7771680" cy="1021787"/>
          </a:xfrm>
        </p:spPr>
        <p:txBody>
          <a:bodyPr anchor="t"/>
          <a:lstStyle>
            <a:lvl1pPr algn="l">
              <a:defRPr sz="2722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1" y="2179669"/>
            <a:ext cx="7771680" cy="1125478"/>
          </a:xfrm>
        </p:spPr>
        <p:txBody>
          <a:bodyPr anchor="b"/>
          <a:lstStyle>
            <a:lvl1pPr marL="0" indent="0">
              <a:buNone/>
              <a:defRPr sz="1361"/>
            </a:lvl1pPr>
            <a:lvl2pPr marL="311058" indent="0">
              <a:buNone/>
              <a:defRPr sz="1225"/>
            </a:lvl2pPr>
            <a:lvl3pPr marL="622115" indent="0">
              <a:buNone/>
              <a:defRPr sz="1089"/>
            </a:lvl3pPr>
            <a:lvl4pPr marL="933173" indent="0">
              <a:buNone/>
              <a:defRPr sz="953"/>
            </a:lvl4pPr>
            <a:lvl5pPr marL="1244231" indent="0">
              <a:buNone/>
              <a:defRPr sz="953"/>
            </a:lvl5pPr>
            <a:lvl6pPr marL="1555288" indent="0">
              <a:buNone/>
              <a:defRPr sz="953"/>
            </a:lvl6pPr>
            <a:lvl7pPr marL="1866346" indent="0">
              <a:buNone/>
              <a:defRPr sz="953"/>
            </a:lvl7pPr>
            <a:lvl8pPr marL="2177404" indent="0">
              <a:buNone/>
              <a:defRPr sz="953"/>
            </a:lvl8pPr>
            <a:lvl9pPr marL="2488462" indent="0">
              <a:buNone/>
              <a:defRPr sz="9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634C467-6470-C448-9430-4CA99E9A51B5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5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6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14DD81-DD57-694B-B043-D199770EC71E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2" y="1203247"/>
            <a:ext cx="4044960" cy="3394797"/>
          </a:xfrm>
        </p:spPr>
        <p:txBody>
          <a:bodyPr/>
          <a:lstStyle>
            <a:lvl1pPr>
              <a:defRPr sz="1905"/>
            </a:lvl1pPr>
            <a:lvl2pPr>
              <a:defRPr sz="1633"/>
            </a:lvl2pPr>
            <a:lvl3pPr>
              <a:defRPr sz="1361"/>
            </a:lvl3pPr>
            <a:lvl4pPr>
              <a:defRPr sz="1225"/>
            </a:lvl4pPr>
            <a:lvl5pPr>
              <a:defRPr sz="1225"/>
            </a:lvl5pPr>
            <a:lvl6pPr>
              <a:defRPr sz="1225"/>
            </a:lvl6pPr>
            <a:lvl7pPr>
              <a:defRPr sz="1225"/>
            </a:lvl7pPr>
            <a:lvl8pPr>
              <a:defRPr sz="1225"/>
            </a:lvl8pPr>
            <a:lvl9pPr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9681" y="1203247"/>
            <a:ext cx="4046400" cy="3394797"/>
          </a:xfrm>
        </p:spPr>
        <p:txBody>
          <a:bodyPr/>
          <a:lstStyle>
            <a:lvl1pPr>
              <a:defRPr sz="1905"/>
            </a:lvl1pPr>
            <a:lvl2pPr>
              <a:defRPr sz="1633"/>
            </a:lvl2pPr>
            <a:lvl3pPr>
              <a:defRPr sz="1361"/>
            </a:lvl3pPr>
            <a:lvl4pPr>
              <a:defRPr sz="1225"/>
            </a:lvl4pPr>
            <a:lvl5pPr>
              <a:defRPr sz="1225"/>
            </a:lvl5pPr>
            <a:lvl6pPr>
              <a:defRPr sz="1225"/>
            </a:lvl6pPr>
            <a:lvl7pPr>
              <a:defRPr sz="1225"/>
            </a:lvl7pPr>
            <a:lvl8pPr>
              <a:defRPr sz="1225"/>
            </a:lvl8pPr>
            <a:lvl9pPr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BF071E9-6D7D-F34F-8DAD-4040732BBF25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6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7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8B5363-205D-A54E-94F6-288C26787C6C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2" y="206303"/>
            <a:ext cx="8229600" cy="85653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1" y="1151401"/>
            <a:ext cx="4039200" cy="479570"/>
          </a:xfrm>
        </p:spPr>
        <p:txBody>
          <a:bodyPr anchor="b"/>
          <a:lstStyle>
            <a:lvl1pPr marL="0" indent="0">
              <a:buNone/>
              <a:defRPr sz="1633" b="1"/>
            </a:lvl1pPr>
            <a:lvl2pPr marL="311058" indent="0">
              <a:buNone/>
              <a:defRPr sz="1361" b="1"/>
            </a:lvl2pPr>
            <a:lvl3pPr marL="622115" indent="0">
              <a:buNone/>
              <a:defRPr sz="1225" b="1"/>
            </a:lvl3pPr>
            <a:lvl4pPr marL="933173" indent="0">
              <a:buNone/>
              <a:defRPr sz="1089" b="1"/>
            </a:lvl4pPr>
            <a:lvl5pPr marL="1244231" indent="0">
              <a:buNone/>
              <a:defRPr sz="1089" b="1"/>
            </a:lvl5pPr>
            <a:lvl6pPr marL="1555288" indent="0">
              <a:buNone/>
              <a:defRPr sz="1089" b="1"/>
            </a:lvl6pPr>
            <a:lvl7pPr marL="1866346" indent="0">
              <a:buNone/>
              <a:defRPr sz="1089" b="1"/>
            </a:lvl7pPr>
            <a:lvl8pPr marL="2177404" indent="0">
              <a:buNone/>
              <a:defRPr sz="1089" b="1"/>
            </a:lvl8pPr>
            <a:lvl9pPr marL="2488462" indent="0">
              <a:buNone/>
              <a:defRPr sz="10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1" y="1630971"/>
            <a:ext cx="4039200" cy="2963831"/>
          </a:xfrm>
        </p:spPr>
        <p:txBody>
          <a:bodyPr/>
          <a:lstStyle>
            <a:lvl1pPr>
              <a:defRPr sz="1633"/>
            </a:lvl1pPr>
            <a:lvl2pPr>
              <a:defRPr sz="1361"/>
            </a:lvl2pPr>
            <a:lvl3pPr>
              <a:defRPr sz="1225"/>
            </a:lvl3pPr>
            <a:lvl4pPr>
              <a:defRPr sz="1089"/>
            </a:lvl4pPr>
            <a:lvl5pPr>
              <a:defRPr sz="1089"/>
            </a:lvl5pPr>
            <a:lvl6pPr>
              <a:defRPr sz="1089"/>
            </a:lvl6pPr>
            <a:lvl7pPr>
              <a:defRPr sz="1089"/>
            </a:lvl7pPr>
            <a:lvl8pPr>
              <a:defRPr sz="1089"/>
            </a:lvl8pPr>
            <a:lvl9pPr>
              <a:defRPr sz="10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2" y="1151401"/>
            <a:ext cx="4042080" cy="479570"/>
          </a:xfrm>
        </p:spPr>
        <p:txBody>
          <a:bodyPr anchor="b"/>
          <a:lstStyle>
            <a:lvl1pPr marL="0" indent="0">
              <a:buNone/>
              <a:defRPr sz="1633" b="1"/>
            </a:lvl1pPr>
            <a:lvl2pPr marL="311058" indent="0">
              <a:buNone/>
              <a:defRPr sz="1361" b="1"/>
            </a:lvl2pPr>
            <a:lvl3pPr marL="622115" indent="0">
              <a:buNone/>
              <a:defRPr sz="1225" b="1"/>
            </a:lvl3pPr>
            <a:lvl4pPr marL="933173" indent="0">
              <a:buNone/>
              <a:defRPr sz="1089" b="1"/>
            </a:lvl4pPr>
            <a:lvl5pPr marL="1244231" indent="0">
              <a:buNone/>
              <a:defRPr sz="1089" b="1"/>
            </a:lvl5pPr>
            <a:lvl6pPr marL="1555288" indent="0">
              <a:buNone/>
              <a:defRPr sz="1089" b="1"/>
            </a:lvl6pPr>
            <a:lvl7pPr marL="1866346" indent="0">
              <a:buNone/>
              <a:defRPr sz="1089" b="1"/>
            </a:lvl7pPr>
            <a:lvl8pPr marL="2177404" indent="0">
              <a:buNone/>
              <a:defRPr sz="1089" b="1"/>
            </a:lvl8pPr>
            <a:lvl9pPr marL="2488462" indent="0">
              <a:buNone/>
              <a:defRPr sz="10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2" y="1630971"/>
            <a:ext cx="4042080" cy="2963831"/>
          </a:xfrm>
        </p:spPr>
        <p:txBody>
          <a:bodyPr/>
          <a:lstStyle>
            <a:lvl1pPr>
              <a:defRPr sz="1633"/>
            </a:lvl1pPr>
            <a:lvl2pPr>
              <a:defRPr sz="1361"/>
            </a:lvl2pPr>
            <a:lvl3pPr>
              <a:defRPr sz="1225"/>
            </a:lvl3pPr>
            <a:lvl4pPr>
              <a:defRPr sz="1089"/>
            </a:lvl4pPr>
            <a:lvl5pPr>
              <a:defRPr sz="1089"/>
            </a:lvl5pPr>
            <a:lvl6pPr>
              <a:defRPr sz="1089"/>
            </a:lvl6pPr>
            <a:lvl7pPr>
              <a:defRPr sz="1089"/>
            </a:lvl7pPr>
            <a:lvl8pPr>
              <a:defRPr sz="1089"/>
            </a:lvl8pPr>
            <a:lvl9pPr>
              <a:defRPr sz="10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02519C-F037-F24B-8035-B1B20F67C06C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8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9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B7CA44-CA71-514B-B5EE-3ADB5193DF0C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348087-D381-1646-8978-E930BB7D86BA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4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5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8E74740-7670-CC41-ACDF-A0E14F349402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2DDACBA-14DE-AC4C-BBA0-6FA4DC8452D9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3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4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9F42FA5-FACE-DD48-AEFA-D9ABFC4E22D0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1" y="205222"/>
            <a:ext cx="3008160" cy="870571"/>
          </a:xfrm>
        </p:spPr>
        <p:txBody>
          <a:bodyPr anchor="b"/>
          <a:lstStyle>
            <a:lvl1pPr algn="l">
              <a:defRPr sz="136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1" y="205223"/>
            <a:ext cx="5112000" cy="4389580"/>
          </a:xfrm>
        </p:spPr>
        <p:txBody>
          <a:bodyPr/>
          <a:lstStyle>
            <a:lvl1pPr>
              <a:defRPr sz="2177"/>
            </a:lvl1pPr>
            <a:lvl2pPr>
              <a:defRPr sz="1905"/>
            </a:lvl2pPr>
            <a:lvl3pPr>
              <a:defRPr sz="1633"/>
            </a:lvl3pPr>
            <a:lvl4pPr>
              <a:defRPr sz="1361"/>
            </a:lvl4pPr>
            <a:lvl5pPr>
              <a:defRPr sz="1361"/>
            </a:lvl5pPr>
            <a:lvl6pPr>
              <a:defRPr sz="1361"/>
            </a:lvl6pPr>
            <a:lvl7pPr>
              <a:defRPr sz="1361"/>
            </a:lvl7pPr>
            <a:lvl8pPr>
              <a:defRPr sz="1361"/>
            </a:lvl8pPr>
            <a:lvl9pPr>
              <a:defRPr sz="136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1" y="1075794"/>
            <a:ext cx="3008160" cy="3519009"/>
          </a:xfrm>
        </p:spPr>
        <p:txBody>
          <a:bodyPr/>
          <a:lstStyle>
            <a:lvl1pPr marL="0" indent="0">
              <a:buNone/>
              <a:defRPr sz="953"/>
            </a:lvl1pPr>
            <a:lvl2pPr marL="311058" indent="0">
              <a:buNone/>
              <a:defRPr sz="816"/>
            </a:lvl2pPr>
            <a:lvl3pPr marL="622115" indent="0">
              <a:buNone/>
              <a:defRPr sz="680"/>
            </a:lvl3pPr>
            <a:lvl4pPr marL="933173" indent="0">
              <a:buNone/>
              <a:defRPr sz="612"/>
            </a:lvl4pPr>
            <a:lvl5pPr marL="1244231" indent="0">
              <a:buNone/>
              <a:defRPr sz="612"/>
            </a:lvl5pPr>
            <a:lvl6pPr marL="1555288" indent="0">
              <a:buNone/>
              <a:defRPr sz="612"/>
            </a:lvl6pPr>
            <a:lvl7pPr marL="1866346" indent="0">
              <a:buNone/>
              <a:defRPr sz="612"/>
            </a:lvl7pPr>
            <a:lvl8pPr marL="2177404" indent="0">
              <a:buNone/>
              <a:defRPr sz="612"/>
            </a:lvl8pPr>
            <a:lvl9pPr marL="2488462" indent="0">
              <a:buNone/>
              <a:defRPr sz="6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91E24B7-8B7E-F846-B32D-6CF756C623D8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6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7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39479E3-829C-3848-B3E3-9634A6B8E121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1" y="3600019"/>
            <a:ext cx="5486400" cy="425565"/>
          </a:xfrm>
        </p:spPr>
        <p:txBody>
          <a:bodyPr anchor="b"/>
          <a:lstStyle>
            <a:lvl1pPr algn="l">
              <a:defRPr sz="136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1" y="459049"/>
            <a:ext cx="5486400" cy="3086964"/>
          </a:xfrm>
        </p:spPr>
        <p:txBody>
          <a:bodyPr/>
          <a:lstStyle>
            <a:lvl1pPr marL="0" indent="0">
              <a:buNone/>
              <a:defRPr sz="2177"/>
            </a:lvl1pPr>
            <a:lvl2pPr marL="311058" indent="0">
              <a:buNone/>
              <a:defRPr sz="1905"/>
            </a:lvl2pPr>
            <a:lvl3pPr marL="622115" indent="0">
              <a:buNone/>
              <a:defRPr sz="1633"/>
            </a:lvl3pPr>
            <a:lvl4pPr marL="933173" indent="0">
              <a:buNone/>
              <a:defRPr sz="1361"/>
            </a:lvl4pPr>
            <a:lvl5pPr marL="1244231" indent="0">
              <a:buNone/>
              <a:defRPr sz="1361"/>
            </a:lvl5pPr>
            <a:lvl6pPr marL="1555288" indent="0">
              <a:buNone/>
              <a:defRPr sz="1361"/>
            </a:lvl6pPr>
            <a:lvl7pPr marL="1866346" indent="0">
              <a:buNone/>
              <a:defRPr sz="1361"/>
            </a:lvl7pPr>
            <a:lvl8pPr marL="2177404" indent="0">
              <a:buNone/>
              <a:defRPr sz="1361"/>
            </a:lvl8pPr>
            <a:lvl9pPr marL="2488462" indent="0">
              <a:buNone/>
              <a:defRPr sz="1361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1" y="4025583"/>
            <a:ext cx="5486400" cy="603783"/>
          </a:xfrm>
        </p:spPr>
        <p:txBody>
          <a:bodyPr/>
          <a:lstStyle>
            <a:lvl1pPr marL="0" indent="0">
              <a:buNone/>
              <a:defRPr sz="953"/>
            </a:lvl1pPr>
            <a:lvl2pPr marL="311058" indent="0">
              <a:buNone/>
              <a:defRPr sz="816"/>
            </a:lvl2pPr>
            <a:lvl3pPr marL="622115" indent="0">
              <a:buNone/>
              <a:defRPr sz="680"/>
            </a:lvl3pPr>
            <a:lvl4pPr marL="933173" indent="0">
              <a:buNone/>
              <a:defRPr sz="612"/>
            </a:lvl4pPr>
            <a:lvl5pPr marL="1244231" indent="0">
              <a:buNone/>
              <a:defRPr sz="612"/>
            </a:lvl5pPr>
            <a:lvl6pPr marL="1555288" indent="0">
              <a:buNone/>
              <a:defRPr sz="612"/>
            </a:lvl6pPr>
            <a:lvl7pPr marL="1866346" indent="0">
              <a:buNone/>
              <a:defRPr sz="612"/>
            </a:lvl7pPr>
            <a:lvl8pPr marL="2177404" indent="0">
              <a:buNone/>
              <a:defRPr sz="612"/>
            </a:lvl8pPr>
            <a:lvl9pPr marL="2488462" indent="0">
              <a:buNone/>
              <a:defRPr sz="6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2EA54C7-BA14-5448-8ED9-FE78F6E22BB7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6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7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C9FF8A-B7D2-1941-8D2D-F777CCEDE9C3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E880B0-46A9-B24C-9E60-A6E476430BDE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5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6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E13A86-463B-E445-BDA6-B66E5D639C98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1121" y="0"/>
            <a:ext cx="2064960" cy="45980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4801" y="0"/>
            <a:ext cx="6058080" cy="459804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 txBox="1"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FA087A5-6F6C-424C-B07E-73FB041E9D6A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5" name="Footer Placeholder 4"/>
          <p:cNvSpPr txBox="1"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6" name="Slide Number Placeholder 5"/>
          <p:cNvSpPr txBox="1"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64499D-3F0D-5546-9230-754BF6308C6D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 txBox="1">
            <a:spLocks noGrp="1"/>
          </p:cNvSpPr>
          <p:nvPr>
            <p:ph type="title"/>
          </p:nvPr>
        </p:nvSpPr>
        <p:spPr bwMode="auto">
          <a:xfrm>
            <a:off x="424801" y="1"/>
            <a:ext cx="8228160" cy="8586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Muokkaa otsikon tekstimuotoa napsauttamalla</a:t>
            </a:r>
          </a:p>
        </p:txBody>
      </p:sp>
      <p:sp>
        <p:nvSpPr>
          <p:cNvPr id="1027" name="Text Placeholder 2"/>
          <p:cNvSpPr txBox="1">
            <a:spLocks noGrp="1"/>
          </p:cNvSpPr>
          <p:nvPr>
            <p:ph type="body" idx="1"/>
          </p:nvPr>
        </p:nvSpPr>
        <p:spPr bwMode="auto">
          <a:xfrm>
            <a:off x="456481" y="1203247"/>
            <a:ext cx="8229600" cy="33947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jäsennyksen tekstimuotoa napsauttamalla</a:t>
            </a:r>
          </a:p>
          <a:p>
            <a:pPr lvl="1"/>
            <a:r>
              <a:rPr lang="fi-FI"/>
              <a:t>Toinen jäsennystaso</a:t>
            </a:r>
          </a:p>
          <a:p>
            <a:pPr lvl="2"/>
            <a:r>
              <a:rPr lang="fi-FI"/>
              <a:t>Kolmas jäsennystaso</a:t>
            </a:r>
          </a:p>
          <a:p>
            <a:pPr lvl="3"/>
            <a:r>
              <a:rPr lang="fi-FI"/>
              <a:t>Neljäs jäsennystaso</a:t>
            </a:r>
          </a:p>
          <a:p>
            <a:pPr lvl="4"/>
            <a:r>
              <a:rPr lang="fi-FI"/>
              <a:t>Viides jäsennystaso</a:t>
            </a:r>
          </a:p>
          <a:p>
            <a:pPr lvl="4"/>
            <a:r>
              <a:rPr lang="fi-FI"/>
              <a:t>Kuudes jäsennystaso</a:t>
            </a:r>
          </a:p>
          <a:p>
            <a:pPr lvl="4"/>
            <a:r>
              <a:rPr lang="fi-FI"/>
              <a:t>Seitsemäs jäsennystaso</a:t>
            </a:r>
          </a:p>
          <a:p>
            <a:pPr lvl="4"/>
            <a:r>
              <a:rPr lang="fi-FI"/>
              <a:t>Kahdeksas jäsennystaso</a:t>
            </a:r>
          </a:p>
          <a:p>
            <a:pPr lvl="4"/>
            <a:r>
              <a:rPr lang="fi-FI"/>
              <a:t>Yhdeksäs jäsennystaso</a:t>
            </a:r>
          </a:p>
        </p:txBody>
      </p:sp>
      <p:sp>
        <p:nvSpPr>
          <p:cNvPr id="4" name="Date Placeholder 3"/>
          <p:cNvSpPr txBox="1">
            <a:spLocks noGrp="1"/>
          </p:cNvSpPr>
          <p:nvPr>
            <p:ph type="dt" sz="half" idx="2"/>
          </p:nvPr>
        </p:nvSpPr>
        <p:spPr>
          <a:xfrm>
            <a:off x="456480" y="4685532"/>
            <a:ext cx="2131200" cy="35535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 sz="953">
                <a:latin typeface="Times New Roman" charset="0"/>
                <a:ea typeface="DejaVu Sans" charset="0"/>
                <a:cs typeface="DejaVu Sans" charset="0"/>
              </a:defRPr>
            </a:lvl1pPr>
          </a:lstStyle>
          <a:p>
            <a:pPr>
              <a:defRPr/>
            </a:pPr>
            <a:fld id="{CEDD8699-042C-2346-9A27-29B65BE83EC6}" type="datetime1">
              <a:rPr lang="en-US"/>
              <a:pPr>
                <a:defRPr/>
              </a:pPr>
              <a:t>9/23/26</a:t>
            </a:fld>
            <a:endParaRPr lang="fi-FI"/>
          </a:p>
        </p:txBody>
      </p:sp>
      <p:sp>
        <p:nvSpPr>
          <p:cNvPr id="5" name="Footer Placeholder 4"/>
          <p:cNvSpPr txBox="1">
            <a:spLocks noGrp="1"/>
          </p:cNvSpPr>
          <p:nvPr>
            <p:ph type="ftr" sz="quarter" idx="3"/>
          </p:nvPr>
        </p:nvSpPr>
        <p:spPr>
          <a:xfrm>
            <a:off x="3127680" y="4685532"/>
            <a:ext cx="2897280" cy="35535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 eaLnBrk="1">
              <a:defRPr sz="953">
                <a:latin typeface="Times New Roman" charset="0"/>
                <a:ea typeface="DejaVu Sans" charset="0"/>
                <a:cs typeface="DejaVu Sans" charset="0"/>
              </a:defRPr>
            </a:lvl1pPr>
          </a:lstStyle>
          <a:p>
            <a:pPr>
              <a:defRPr/>
            </a:pPr>
            <a:endParaRPr lang="fi-FI"/>
          </a:p>
        </p:txBody>
      </p:sp>
      <p:sp>
        <p:nvSpPr>
          <p:cNvPr id="6" name="Slide Number Placeholder 5"/>
          <p:cNvSpPr txBox="1">
            <a:spLocks noGrp="1"/>
          </p:cNvSpPr>
          <p:nvPr>
            <p:ph type="sldNum" sz="quarter" idx="4"/>
          </p:nvPr>
        </p:nvSpPr>
        <p:spPr>
          <a:xfrm>
            <a:off x="6554880" y="4685532"/>
            <a:ext cx="2131200" cy="35535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953">
                <a:latin typeface="Times New Roman" charset="0"/>
                <a:ea typeface="DejaVu Sans" charset="0"/>
                <a:cs typeface="DejaVu Sans" charset="0"/>
              </a:defRPr>
            </a:lvl1pPr>
          </a:lstStyle>
          <a:p>
            <a:pPr>
              <a:defRPr/>
            </a:pPr>
            <a:fld id="{4C1912FD-5D1F-9040-9225-6EB96CB30C62}" type="slidenum">
              <a:rPr lang="fi-FI"/>
              <a:pPr>
                <a:defRPr/>
              </a:pPr>
              <a:t>‹#›</a:t>
            </a:fld>
            <a:endParaRPr lang="fi-FI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993" b="1">
          <a:solidFill>
            <a:srgbClr val="FFFFFF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993" b="1">
          <a:solidFill>
            <a:srgbClr val="FFFFFF"/>
          </a:solidFill>
          <a:latin typeface="Arial" pitchFamily="34" charset="0"/>
          <a:ea typeface="DejaVu Sans"/>
          <a:cs typeface="DejaVu Sans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993" b="1">
          <a:solidFill>
            <a:srgbClr val="FFFFFF"/>
          </a:solidFill>
          <a:latin typeface="Arial" pitchFamily="34" charset="0"/>
          <a:ea typeface="DejaVu Sans"/>
          <a:cs typeface="DejaVu Sans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993" b="1">
          <a:solidFill>
            <a:srgbClr val="FFFFFF"/>
          </a:solidFill>
          <a:latin typeface="Arial" pitchFamily="34" charset="0"/>
          <a:ea typeface="DejaVu Sans"/>
          <a:cs typeface="DejaVu Sans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993" b="1">
          <a:solidFill>
            <a:srgbClr val="FFFFFF"/>
          </a:solidFill>
          <a:latin typeface="Arial" pitchFamily="34" charset="0"/>
          <a:ea typeface="DejaVu Sans"/>
          <a:cs typeface="DejaVu Sans"/>
        </a:defRPr>
      </a:lvl5pPr>
      <a:lvl6pPr marL="311058" algn="l" rtl="0" eaLnBrk="0" fontAlgn="base" hangingPunct="0">
        <a:spcBef>
          <a:spcPct val="0"/>
        </a:spcBef>
        <a:spcAft>
          <a:spcPct val="0"/>
        </a:spcAft>
        <a:defRPr sz="2993" b="1">
          <a:solidFill>
            <a:srgbClr val="FFFFFF"/>
          </a:solidFill>
          <a:latin typeface="Arial" pitchFamily="34" charset="0"/>
          <a:ea typeface="DejaVu Sans"/>
          <a:cs typeface="DejaVu Sans"/>
        </a:defRPr>
      </a:lvl6pPr>
      <a:lvl7pPr marL="622115" algn="l" rtl="0" eaLnBrk="0" fontAlgn="base" hangingPunct="0">
        <a:spcBef>
          <a:spcPct val="0"/>
        </a:spcBef>
        <a:spcAft>
          <a:spcPct val="0"/>
        </a:spcAft>
        <a:defRPr sz="2993" b="1">
          <a:solidFill>
            <a:srgbClr val="FFFFFF"/>
          </a:solidFill>
          <a:latin typeface="Arial" pitchFamily="34" charset="0"/>
          <a:ea typeface="DejaVu Sans"/>
          <a:cs typeface="DejaVu Sans"/>
        </a:defRPr>
      </a:lvl7pPr>
      <a:lvl8pPr marL="933173" algn="l" rtl="0" eaLnBrk="0" fontAlgn="base" hangingPunct="0">
        <a:spcBef>
          <a:spcPct val="0"/>
        </a:spcBef>
        <a:spcAft>
          <a:spcPct val="0"/>
        </a:spcAft>
        <a:defRPr sz="2993" b="1">
          <a:solidFill>
            <a:srgbClr val="FFFFFF"/>
          </a:solidFill>
          <a:latin typeface="Arial" pitchFamily="34" charset="0"/>
          <a:ea typeface="DejaVu Sans"/>
          <a:cs typeface="DejaVu Sans"/>
        </a:defRPr>
      </a:lvl8pPr>
      <a:lvl9pPr marL="1244231" algn="l" rtl="0" eaLnBrk="0" fontAlgn="base" hangingPunct="0">
        <a:spcBef>
          <a:spcPct val="0"/>
        </a:spcBef>
        <a:spcAft>
          <a:spcPct val="0"/>
        </a:spcAft>
        <a:defRPr sz="2993" b="1">
          <a:solidFill>
            <a:srgbClr val="FFFFFF"/>
          </a:solidFill>
          <a:latin typeface="Arial" pitchFamily="34" charset="0"/>
          <a:ea typeface="DejaVu Sans"/>
          <a:cs typeface="DejaVu Sans"/>
        </a:defRPr>
      </a:lvl9pPr>
    </p:titleStyle>
    <p:bodyStyle>
      <a:lvl1pPr marL="293777" indent="-220333" algn="l" rtl="0" eaLnBrk="0" fontAlgn="base" hangingPunct="0">
        <a:spcBef>
          <a:spcPct val="20000"/>
        </a:spcBef>
        <a:spcAft>
          <a:spcPct val="0"/>
        </a:spcAft>
        <a:buClr>
          <a:srgbClr val="FF6309"/>
        </a:buClr>
        <a:buSzPct val="45000"/>
        <a:buFont typeface="StarSymbol" charset="0"/>
        <a:buChar char=""/>
        <a:defRPr sz="2177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587553" indent="-195492" algn="l" rtl="0" eaLnBrk="0" fontAlgn="base" hangingPunct="0">
        <a:spcBef>
          <a:spcPct val="20000"/>
        </a:spcBef>
        <a:spcAft>
          <a:spcPct val="0"/>
        </a:spcAft>
        <a:buClr>
          <a:srgbClr val="FF6309"/>
        </a:buClr>
        <a:buSzPct val="45000"/>
        <a:buFont typeface="StarSymbol" charset="0"/>
        <a:buChar char=""/>
        <a:defRPr sz="1905">
          <a:solidFill>
            <a:schemeClr val="tx1"/>
          </a:solidFill>
          <a:latin typeface="+mn-lt"/>
          <a:ea typeface="ＭＳ Ｐゴシック" charset="-128"/>
        </a:defRPr>
      </a:lvl2pPr>
      <a:lvl3pPr marL="881330" indent="-146888" algn="l" rtl="0" eaLnBrk="0" fontAlgn="base" hangingPunct="0">
        <a:spcBef>
          <a:spcPct val="20000"/>
        </a:spcBef>
        <a:spcAft>
          <a:spcPct val="0"/>
        </a:spcAft>
        <a:buClr>
          <a:srgbClr val="FF6309"/>
        </a:buClr>
        <a:buSzPct val="45000"/>
        <a:buFont typeface="StarSymbol" charset="0"/>
        <a:buChar char=""/>
        <a:defRPr sz="1633">
          <a:solidFill>
            <a:schemeClr val="tx1"/>
          </a:solidFill>
          <a:latin typeface="+mn-lt"/>
          <a:ea typeface="ＭＳ Ｐゴシック" charset="-128"/>
        </a:defRPr>
      </a:lvl3pPr>
      <a:lvl4pPr marL="1175107" indent="-146888" algn="l" rtl="0" eaLnBrk="0" fontAlgn="base" hangingPunct="0">
        <a:spcBef>
          <a:spcPct val="20000"/>
        </a:spcBef>
        <a:spcAft>
          <a:spcPct val="0"/>
        </a:spcAft>
        <a:buClr>
          <a:srgbClr val="FF6309"/>
        </a:buClr>
        <a:buSzPct val="45000"/>
        <a:buFont typeface="StarSymbol" charset="0"/>
        <a:buChar char=""/>
        <a:defRPr sz="1361">
          <a:solidFill>
            <a:schemeClr val="tx1"/>
          </a:solidFill>
          <a:latin typeface="+mn-lt"/>
          <a:ea typeface="ＭＳ Ｐゴシック" charset="-128"/>
        </a:defRPr>
      </a:lvl4pPr>
      <a:lvl5pPr marL="1468884" indent="-146888" algn="l" rtl="0" eaLnBrk="0" fontAlgn="base" hangingPunct="0">
        <a:spcBef>
          <a:spcPct val="20000"/>
        </a:spcBef>
        <a:spcAft>
          <a:spcPct val="0"/>
        </a:spcAft>
        <a:buClr>
          <a:srgbClr val="FF6309"/>
        </a:buClr>
        <a:buSzPct val="45000"/>
        <a:buFont typeface="StarSymbol" charset="0"/>
        <a:buChar char=""/>
        <a:defRPr sz="1361">
          <a:solidFill>
            <a:schemeClr val="tx1"/>
          </a:solidFill>
          <a:latin typeface="+mn-lt"/>
          <a:ea typeface="ＭＳ Ｐゴシック" charset="-128"/>
        </a:defRPr>
      </a:lvl5pPr>
      <a:lvl6pPr marL="1779941" indent="-146888" algn="l" rtl="0" eaLnBrk="0" fontAlgn="base" hangingPunct="0">
        <a:spcBef>
          <a:spcPct val="20000"/>
        </a:spcBef>
        <a:spcAft>
          <a:spcPct val="0"/>
        </a:spcAft>
        <a:buClr>
          <a:srgbClr val="FF6309"/>
        </a:buClr>
        <a:buSzPct val="45000"/>
        <a:buFont typeface="StarSymbol"/>
        <a:buChar char=""/>
        <a:defRPr>
          <a:solidFill>
            <a:schemeClr val="tx1"/>
          </a:solidFill>
          <a:latin typeface="+mn-lt"/>
        </a:defRPr>
      </a:lvl6pPr>
      <a:lvl7pPr marL="2090999" indent="-146888" algn="l" rtl="0" eaLnBrk="0" fontAlgn="base" hangingPunct="0">
        <a:spcBef>
          <a:spcPct val="20000"/>
        </a:spcBef>
        <a:spcAft>
          <a:spcPct val="0"/>
        </a:spcAft>
        <a:buClr>
          <a:srgbClr val="FF6309"/>
        </a:buClr>
        <a:buSzPct val="45000"/>
        <a:buFont typeface="StarSymbol"/>
        <a:buChar char=""/>
        <a:defRPr>
          <a:solidFill>
            <a:schemeClr val="tx1"/>
          </a:solidFill>
          <a:latin typeface="+mn-lt"/>
        </a:defRPr>
      </a:lvl7pPr>
      <a:lvl8pPr marL="2402057" indent="-146888" algn="l" rtl="0" eaLnBrk="0" fontAlgn="base" hangingPunct="0">
        <a:spcBef>
          <a:spcPct val="20000"/>
        </a:spcBef>
        <a:spcAft>
          <a:spcPct val="0"/>
        </a:spcAft>
        <a:buClr>
          <a:srgbClr val="FF6309"/>
        </a:buClr>
        <a:buSzPct val="45000"/>
        <a:buFont typeface="StarSymbol"/>
        <a:buChar char=""/>
        <a:defRPr>
          <a:solidFill>
            <a:schemeClr val="tx1"/>
          </a:solidFill>
          <a:latin typeface="+mn-lt"/>
        </a:defRPr>
      </a:lvl8pPr>
      <a:lvl9pPr marL="2713114" indent="-146888" algn="l" rtl="0" eaLnBrk="0" fontAlgn="base" hangingPunct="0">
        <a:spcBef>
          <a:spcPct val="20000"/>
        </a:spcBef>
        <a:spcAft>
          <a:spcPct val="0"/>
        </a:spcAft>
        <a:buClr>
          <a:srgbClr val="FF6309"/>
        </a:buClr>
        <a:buSzPct val="45000"/>
        <a:buFont typeface="StarSymbol"/>
        <a:buChar char=""/>
        <a:defRPr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22115" rtl="0" eaLnBrk="1" latinLnBrk="0" hangingPunct="1">
        <a:defRPr sz="1225" kern="1200">
          <a:solidFill>
            <a:schemeClr val="tx1"/>
          </a:solidFill>
          <a:latin typeface="+mn-lt"/>
          <a:ea typeface="+mn-ea"/>
          <a:cs typeface="+mn-cs"/>
        </a:defRPr>
      </a:lvl1pPr>
      <a:lvl2pPr marL="311058" algn="l" defTabSz="622115" rtl="0" eaLnBrk="1" latinLnBrk="0" hangingPunct="1">
        <a:defRPr sz="1225" kern="1200">
          <a:solidFill>
            <a:schemeClr val="tx1"/>
          </a:solidFill>
          <a:latin typeface="+mn-lt"/>
          <a:ea typeface="+mn-ea"/>
          <a:cs typeface="+mn-cs"/>
        </a:defRPr>
      </a:lvl2pPr>
      <a:lvl3pPr marL="622115" algn="l" defTabSz="622115" rtl="0" eaLnBrk="1" latinLnBrk="0" hangingPunct="1">
        <a:defRPr sz="1225" kern="1200">
          <a:solidFill>
            <a:schemeClr val="tx1"/>
          </a:solidFill>
          <a:latin typeface="+mn-lt"/>
          <a:ea typeface="+mn-ea"/>
          <a:cs typeface="+mn-cs"/>
        </a:defRPr>
      </a:lvl3pPr>
      <a:lvl4pPr marL="933173" algn="l" defTabSz="622115" rtl="0" eaLnBrk="1" latinLnBrk="0" hangingPunct="1">
        <a:defRPr sz="1225" kern="1200">
          <a:solidFill>
            <a:schemeClr val="tx1"/>
          </a:solidFill>
          <a:latin typeface="+mn-lt"/>
          <a:ea typeface="+mn-ea"/>
          <a:cs typeface="+mn-cs"/>
        </a:defRPr>
      </a:lvl4pPr>
      <a:lvl5pPr marL="1244231" algn="l" defTabSz="622115" rtl="0" eaLnBrk="1" latinLnBrk="0" hangingPunct="1">
        <a:defRPr sz="1225" kern="1200">
          <a:solidFill>
            <a:schemeClr val="tx1"/>
          </a:solidFill>
          <a:latin typeface="+mn-lt"/>
          <a:ea typeface="+mn-ea"/>
          <a:cs typeface="+mn-cs"/>
        </a:defRPr>
      </a:lvl5pPr>
      <a:lvl6pPr marL="1555288" algn="l" defTabSz="622115" rtl="0" eaLnBrk="1" latinLnBrk="0" hangingPunct="1">
        <a:defRPr sz="1225" kern="1200">
          <a:solidFill>
            <a:schemeClr val="tx1"/>
          </a:solidFill>
          <a:latin typeface="+mn-lt"/>
          <a:ea typeface="+mn-ea"/>
          <a:cs typeface="+mn-cs"/>
        </a:defRPr>
      </a:lvl6pPr>
      <a:lvl7pPr marL="1866346" algn="l" defTabSz="622115" rtl="0" eaLnBrk="1" latinLnBrk="0" hangingPunct="1">
        <a:defRPr sz="1225" kern="1200">
          <a:solidFill>
            <a:schemeClr val="tx1"/>
          </a:solidFill>
          <a:latin typeface="+mn-lt"/>
          <a:ea typeface="+mn-ea"/>
          <a:cs typeface="+mn-cs"/>
        </a:defRPr>
      </a:lvl7pPr>
      <a:lvl8pPr marL="2177404" algn="l" defTabSz="622115" rtl="0" eaLnBrk="1" latinLnBrk="0" hangingPunct="1">
        <a:defRPr sz="1225" kern="1200">
          <a:solidFill>
            <a:schemeClr val="tx1"/>
          </a:solidFill>
          <a:latin typeface="+mn-lt"/>
          <a:ea typeface="+mn-ea"/>
          <a:cs typeface="+mn-cs"/>
        </a:defRPr>
      </a:lvl8pPr>
      <a:lvl9pPr marL="2488462" algn="l" defTabSz="622115" rtl="0" eaLnBrk="1" latinLnBrk="0" hangingPunct="1">
        <a:defRPr sz="12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 txBox="1">
            <a:spLocks/>
          </p:cNvSpPr>
          <p:nvPr/>
        </p:nvSpPr>
        <p:spPr bwMode="auto">
          <a:xfrm>
            <a:off x="2447764" y="1648433"/>
            <a:ext cx="4248472" cy="11079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algn="ctr" eaLnBrk="1">
              <a:lnSpc>
                <a:spcPct val="90000"/>
              </a:lnSpc>
              <a:spcAft>
                <a:spcPts val="816"/>
              </a:spcAft>
            </a:pPr>
            <a:r>
              <a:rPr lang="en-US" sz="4000" dirty="0">
                <a:solidFill>
                  <a:schemeClr val="tx1"/>
                </a:solidFill>
                <a:latin typeface="Calibri"/>
              </a:rPr>
              <a:t>Human-Centric </a:t>
            </a:r>
            <a:br>
              <a:rPr lang="en-US" sz="4000" dirty="0">
                <a:solidFill>
                  <a:schemeClr val="tx1"/>
                </a:solidFill>
                <a:latin typeface="Calibri"/>
              </a:rPr>
            </a:br>
            <a:r>
              <a:rPr lang="en-US" sz="4000" dirty="0">
                <a:solidFill>
                  <a:schemeClr val="tx1"/>
                </a:solidFill>
                <a:latin typeface="Calibri"/>
              </a:rPr>
              <a:t>Machine Learning</a:t>
            </a:r>
            <a:endParaRPr lang="en-US" sz="4000" dirty="0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563D359-4285-A5DF-842E-D6A2EB73D630}"/>
              </a:ext>
            </a:extLst>
          </p:cNvPr>
          <p:cNvSpPr txBox="1">
            <a:spLocks/>
          </p:cNvSpPr>
          <p:nvPr/>
        </p:nvSpPr>
        <p:spPr bwMode="auto">
          <a:xfrm>
            <a:off x="2748163" y="3048248"/>
            <a:ext cx="3421283" cy="7540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algn="ctr" eaLnBrk="1">
              <a:lnSpc>
                <a:spcPct val="90000"/>
              </a:lnSpc>
              <a:spcAft>
                <a:spcPts val="816"/>
              </a:spcAft>
            </a:pPr>
            <a:r>
              <a:rPr lang="en-US" sz="2722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Seminar</a:t>
            </a:r>
            <a:br>
              <a:rPr lang="en-US" sz="2722" dirty="0">
                <a:solidFill>
                  <a:schemeClr val="bg1">
                    <a:lumMod val="65000"/>
                  </a:schemeClr>
                </a:solidFill>
                <a:latin typeface="Calibri"/>
              </a:rPr>
            </a:br>
            <a:r>
              <a:rPr lang="en-US" sz="2722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Winter Semester 2026</a:t>
            </a:r>
            <a:endParaRPr lang="en-US" sz="2722" dirty="0">
              <a:solidFill>
                <a:srgbClr val="404040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5D01B5-582C-697B-E026-27BAF55D4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385940"/>
            <a:ext cx="2792616" cy="446567"/>
          </a:xfrm>
          <a:prstGeom prst="rect">
            <a:avLst/>
          </a:prstGeom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6BDFC4C8-B960-2535-3008-C703DDF5D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4177652"/>
            <a:ext cx="1611927" cy="666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F7A2A-1D58-9449-BAF4-27B47B8C7901}" type="slidenum">
              <a:rPr lang="fi-FI"/>
              <a:pPr/>
              <a:t>2</a:t>
            </a:fld>
            <a:endParaRPr lang="fi-FI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327A32B9-9287-0EFB-D199-B849415CB9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01" y="1615046"/>
            <a:ext cx="915011" cy="1220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003EEE5-6ADE-EAA5-53B6-8B506E9F1CD5}"/>
              </a:ext>
            </a:extLst>
          </p:cNvPr>
          <p:cNvSpPr txBox="1">
            <a:spLocks/>
          </p:cNvSpPr>
          <p:nvPr/>
        </p:nvSpPr>
        <p:spPr bwMode="auto">
          <a:xfrm>
            <a:off x="3779912" y="2926665"/>
            <a:ext cx="935484" cy="293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>
              <a:defRPr/>
            </a:pPr>
            <a:r>
              <a:rPr lang="en-US" sz="1905" b="1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Dimitrios</a:t>
            </a:r>
            <a:endParaRPr lang="en-US" sz="1768" b="1" kern="0" dirty="0">
              <a:solidFill>
                <a:schemeClr val="bg1">
                  <a:lumMod val="65000"/>
                </a:schemeClr>
              </a:solidFill>
              <a:latin typeface="Calibri"/>
              <a:ea typeface="+mj-ea"/>
              <a:cs typeface="Calibri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C94C723-6758-F2A3-7A54-5BF40A4D3AAD}"/>
              </a:ext>
            </a:extLst>
          </p:cNvPr>
          <p:cNvSpPr txBox="1">
            <a:spLocks/>
          </p:cNvSpPr>
          <p:nvPr/>
        </p:nvSpPr>
        <p:spPr bwMode="auto">
          <a:xfrm>
            <a:off x="5914329" y="2951623"/>
            <a:ext cx="1186153" cy="293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>
              <a:defRPr/>
            </a:pPr>
            <a:r>
              <a:rPr lang="en-US" sz="1905" b="1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Manuel</a:t>
            </a:r>
            <a:endParaRPr lang="en-US" sz="1768" b="1" kern="0" dirty="0">
              <a:solidFill>
                <a:schemeClr val="bg1">
                  <a:lumMod val="65000"/>
                </a:schemeClr>
              </a:solidFill>
              <a:latin typeface="Calibri"/>
              <a:ea typeface="+mj-ea"/>
              <a:cs typeface="Calibri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D29361C-6206-9446-F1FE-A112CCF80E97}"/>
              </a:ext>
            </a:extLst>
          </p:cNvPr>
          <p:cNvSpPr txBox="1">
            <a:spLocks/>
          </p:cNvSpPr>
          <p:nvPr/>
        </p:nvSpPr>
        <p:spPr bwMode="auto">
          <a:xfrm>
            <a:off x="395536" y="195486"/>
            <a:ext cx="6540086" cy="439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311058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622115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933173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244231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/>
            <a:r>
              <a:rPr lang="en-US" sz="2857" kern="0" dirty="0">
                <a:latin typeface="Calibri"/>
              </a:rPr>
              <a:t>Who are we?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76D045B-F9F0-E195-93F1-9E5ED67FAF1B}"/>
              </a:ext>
            </a:extLst>
          </p:cNvPr>
          <p:cNvSpPr txBox="1">
            <a:spLocks/>
          </p:cNvSpPr>
          <p:nvPr/>
        </p:nvSpPr>
        <p:spPr bwMode="auto">
          <a:xfrm>
            <a:off x="2411760" y="4100817"/>
            <a:ext cx="6289584" cy="293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algn="r" eaLnBrk="1">
              <a:defRPr/>
            </a:pPr>
            <a:r>
              <a:rPr lang="en-US" sz="1905" b="1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https://github.com/Networks-Learning/hcml-seminar-2025</a:t>
            </a:r>
            <a:endParaRPr lang="en-US" sz="1768" b="1" kern="0" dirty="0">
              <a:solidFill>
                <a:schemeClr val="bg1">
                  <a:lumMod val="65000"/>
                </a:schemeClr>
              </a:solidFill>
              <a:latin typeface="Calibri"/>
              <a:ea typeface="+mj-ea"/>
              <a:cs typeface="Calibri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BFC504DD-B699-100D-BD01-C196AE1FDD1F}"/>
              </a:ext>
            </a:extLst>
          </p:cNvPr>
          <p:cNvSpPr txBox="1">
            <a:spLocks/>
          </p:cNvSpPr>
          <p:nvPr/>
        </p:nvSpPr>
        <p:spPr bwMode="auto">
          <a:xfrm>
            <a:off x="2437824" y="3723878"/>
            <a:ext cx="6289584" cy="293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algn="r" eaLnBrk="1">
              <a:defRPr/>
            </a:pPr>
            <a:r>
              <a:rPr lang="en-US" sz="1905" b="1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more information about the seminar:</a:t>
            </a:r>
            <a:endParaRPr lang="en-US" sz="1768" b="1" kern="0" dirty="0">
              <a:solidFill>
                <a:schemeClr val="bg1">
                  <a:lumMod val="65000"/>
                </a:schemeClr>
              </a:solidFill>
              <a:latin typeface="Calibri"/>
              <a:ea typeface="+mj-ea"/>
              <a:cs typeface="Calibri"/>
            </a:endParaRPr>
          </a:p>
        </p:txBody>
      </p:sp>
      <p:pic>
        <p:nvPicPr>
          <p:cNvPr id="7" name="Picture 2" descr="Ivi Chatzi">
            <a:extLst>
              <a:ext uri="{FF2B5EF4-FFF2-40B4-BE49-F238E27FC236}">
                <a16:creationId xmlns:a16="http://schemas.microsoft.com/office/drawing/2014/main" id="{F11D3774-20D3-3FF9-571F-6FD5FE027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0082" y="1602117"/>
            <a:ext cx="1145322" cy="1217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5D74BB5-2361-AFC7-EC1C-494965C8064C}"/>
              </a:ext>
            </a:extLst>
          </p:cNvPr>
          <p:cNvSpPr txBox="1">
            <a:spLocks/>
          </p:cNvSpPr>
          <p:nvPr/>
        </p:nvSpPr>
        <p:spPr bwMode="auto">
          <a:xfrm>
            <a:off x="2536785" y="2926665"/>
            <a:ext cx="935484" cy="293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>
              <a:defRPr/>
            </a:pPr>
            <a:r>
              <a:rPr lang="en-US" sz="1905" b="1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Ivi</a:t>
            </a:r>
            <a:endParaRPr lang="en-US" sz="1768" b="1" kern="0" dirty="0">
              <a:solidFill>
                <a:schemeClr val="bg1">
                  <a:lumMod val="65000"/>
                </a:schemeClr>
              </a:solidFill>
              <a:latin typeface="Calibri"/>
              <a:ea typeface="+mj-ea"/>
              <a:cs typeface="Calibri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3FC777EB-A53D-13A0-FA4A-C73E576D44F0}"/>
              </a:ext>
            </a:extLst>
          </p:cNvPr>
          <p:cNvSpPr txBox="1">
            <a:spLocks/>
          </p:cNvSpPr>
          <p:nvPr/>
        </p:nvSpPr>
        <p:spPr bwMode="auto">
          <a:xfrm>
            <a:off x="4896241" y="2951623"/>
            <a:ext cx="935484" cy="293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>
              <a:defRPr/>
            </a:pPr>
            <a:r>
              <a:rPr lang="en-US" sz="1905" b="1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Ander</a:t>
            </a:r>
            <a:endParaRPr lang="en-US" sz="1768" b="1" kern="0" dirty="0">
              <a:solidFill>
                <a:schemeClr val="bg1">
                  <a:lumMod val="65000"/>
                </a:schemeClr>
              </a:solidFill>
              <a:latin typeface="Calibri"/>
              <a:ea typeface="+mj-ea"/>
              <a:cs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6D198-5976-5F23-F655-D7329B79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6241" y="1611717"/>
            <a:ext cx="915011" cy="122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6">
            <a:extLst>
              <a:ext uri="{FF2B5EF4-FFF2-40B4-BE49-F238E27FC236}">
                <a16:creationId xmlns:a16="http://schemas.microsoft.com/office/drawing/2014/main" id="{C0CF856B-D5C5-213F-57D9-D2197F1AD9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3080" y="1584419"/>
            <a:ext cx="935484" cy="124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1829260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Title 1"/>
          <p:cNvSpPr txBox="1">
            <a:spLocks noGrp="1"/>
          </p:cNvSpPr>
          <p:nvPr>
            <p:ph type="title" idx="4294967295"/>
          </p:nvPr>
        </p:nvSpPr>
        <p:spPr>
          <a:xfrm>
            <a:off x="395536" y="195486"/>
            <a:ext cx="6540086" cy="439672"/>
          </a:xfrm>
        </p:spPr>
        <p:txBody>
          <a:bodyPr wrap="square">
            <a:spAutoFit/>
          </a:bodyPr>
          <a:lstStyle/>
          <a:p>
            <a:pPr eaLnBrk="1"/>
            <a:r>
              <a:rPr lang="en-US" sz="2857" dirty="0">
                <a:latin typeface="Calibri"/>
              </a:rPr>
              <a:t>Human-Centric Machine Learning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86F911-C317-65A8-7E44-A51D537D2802}"/>
              </a:ext>
            </a:extLst>
          </p:cNvPr>
          <p:cNvSpPr/>
          <p:nvPr/>
        </p:nvSpPr>
        <p:spPr>
          <a:xfrm>
            <a:off x="683568" y="1563638"/>
            <a:ext cx="7590524" cy="26134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400" b="1" dirty="0">
                <a:latin typeface="Calibri"/>
              </a:rPr>
              <a:t>Human-Centric Machine Learning </a:t>
            </a:r>
            <a:br>
              <a:rPr lang="en-US" sz="1768" b="1" dirty="0">
                <a:latin typeface="Calibri"/>
              </a:rPr>
            </a:br>
            <a:r>
              <a:rPr lang="en-US" sz="2200" b="1" dirty="0">
                <a:solidFill>
                  <a:schemeClr val="bg1">
                    <a:lumMod val="50000"/>
                  </a:schemeClr>
                </a:solidFill>
                <a:latin typeface="Calibri"/>
              </a:rPr>
              <a:t>seeks to</a:t>
            </a:r>
            <a:br>
              <a:rPr lang="en-US" sz="1768" b="1" dirty="0">
                <a:latin typeface="Calibri"/>
              </a:rPr>
            </a:br>
            <a:r>
              <a:rPr lang="en-US" sz="2800" b="1" dirty="0">
                <a:latin typeface="Calibri"/>
              </a:rPr>
              <a:t>minimize the </a:t>
            </a:r>
            <a:r>
              <a:rPr lang="en-US" sz="2800" b="1" dirty="0">
                <a:solidFill>
                  <a:schemeClr val="accent2"/>
                </a:solidFill>
                <a:latin typeface="Calibri"/>
              </a:rPr>
              <a:t>harm, risks &amp; burdens</a:t>
            </a:r>
            <a:r>
              <a:rPr lang="en-US" sz="2800" b="1" dirty="0">
                <a:latin typeface="Calibri"/>
              </a:rPr>
              <a:t> </a:t>
            </a:r>
            <a:br>
              <a:rPr lang="en-US" sz="2800" b="1" dirty="0">
                <a:latin typeface="Calibri"/>
              </a:rPr>
            </a:br>
            <a:r>
              <a:rPr lang="en-US" sz="2800" b="1" dirty="0">
                <a:latin typeface="Calibri"/>
              </a:rPr>
              <a:t>of machine learning systems</a:t>
            </a:r>
          </a:p>
          <a:p>
            <a:pPr algn="ctr"/>
            <a:r>
              <a:rPr lang="en-US" sz="2200" b="1" dirty="0">
                <a:solidFill>
                  <a:schemeClr val="bg1">
                    <a:lumMod val="50000"/>
                  </a:schemeClr>
                </a:solidFill>
                <a:latin typeface="Calibri"/>
              </a:rPr>
              <a:t>&amp;</a:t>
            </a:r>
          </a:p>
          <a:p>
            <a:pPr algn="ctr"/>
            <a:r>
              <a:rPr lang="en-US" sz="2800" b="1" dirty="0">
                <a:latin typeface="Calibri"/>
              </a:rPr>
              <a:t>maximize their </a:t>
            </a:r>
            <a:r>
              <a:rPr lang="en-US" sz="2800" b="1" dirty="0">
                <a:solidFill>
                  <a:srgbClr val="00B050"/>
                </a:solidFill>
                <a:latin typeface="Calibri"/>
              </a:rPr>
              <a:t>societal benefits</a:t>
            </a:r>
          </a:p>
        </p:txBody>
      </p:sp>
    </p:spTree>
    <p:extLst>
      <p:ext uri="{BB962C8B-B14F-4D97-AF65-F5344CB8AC3E}">
        <p14:creationId xmlns:p14="http://schemas.microsoft.com/office/powerpoint/2010/main" val="1248653089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Frage Warum Markierung - Kostenloses Bild auf Pixabay - Pixabay">
            <a:extLst>
              <a:ext uri="{FF2B5EF4-FFF2-40B4-BE49-F238E27FC236}">
                <a16:creationId xmlns:a16="http://schemas.microsoft.com/office/drawing/2014/main" id="{42873FA0-6CF5-071E-AC67-DC89A03C8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957" y="3967430"/>
            <a:ext cx="820048" cy="554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F212D6C-AC9E-2340-B169-566353E55AFD}"/>
              </a:ext>
            </a:extLst>
          </p:cNvPr>
          <p:cNvSpPr/>
          <p:nvPr/>
        </p:nvSpPr>
        <p:spPr>
          <a:xfrm>
            <a:off x="467544" y="1059582"/>
            <a:ext cx="792088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latin typeface="Calibri"/>
              </a:rPr>
              <a:t>Human-Centric ML </a:t>
            </a:r>
            <a:r>
              <a:rPr lang="en-US" sz="2800" dirty="0">
                <a:latin typeface="Calibri"/>
              </a:rPr>
              <a:t>requires </a:t>
            </a:r>
            <a:r>
              <a:rPr lang="en-US" sz="2800" b="1" dirty="0">
                <a:latin typeface="Calibri"/>
              </a:rPr>
              <a:t>conceptual innovations </a:t>
            </a:r>
            <a:r>
              <a:rPr lang="en-US" sz="2800" dirty="0">
                <a:latin typeface="Calibri"/>
              </a:rPr>
              <a:t>and </a:t>
            </a:r>
            <a:r>
              <a:rPr lang="en-US" sz="2800" b="1" dirty="0">
                <a:latin typeface="Calibri"/>
              </a:rPr>
              <a:t>technical breakthroughs </a:t>
            </a:r>
            <a:r>
              <a:rPr lang="en-US" sz="2800" dirty="0">
                <a:latin typeface="Calibri"/>
              </a:rPr>
              <a:t>in multiple areas: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2AD640-E344-A23B-23EC-D2D912C0E6E8}"/>
              </a:ext>
            </a:extLst>
          </p:cNvPr>
          <p:cNvSpPr txBox="1">
            <a:spLocks/>
          </p:cNvSpPr>
          <p:nvPr/>
        </p:nvSpPr>
        <p:spPr bwMode="auto">
          <a:xfrm>
            <a:off x="4139952" y="3189731"/>
            <a:ext cx="1833077" cy="3046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Interpretability</a:t>
            </a: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78B7E894-67D6-5283-2D1B-B6401273BD86}"/>
              </a:ext>
            </a:extLst>
          </p:cNvPr>
          <p:cNvSpPr txBox="1">
            <a:spLocks/>
          </p:cNvSpPr>
          <p:nvPr/>
        </p:nvSpPr>
        <p:spPr bwMode="auto">
          <a:xfrm>
            <a:off x="2564764" y="3811103"/>
            <a:ext cx="1016124" cy="609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Bias &amp;</a:t>
            </a:r>
            <a:b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</a:b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Fairness</a:t>
            </a: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C2BA4D5-E918-414A-DF08-3C0075B381BE}"/>
              </a:ext>
            </a:extLst>
          </p:cNvPr>
          <p:cNvSpPr txBox="1">
            <a:spLocks/>
          </p:cNvSpPr>
          <p:nvPr/>
        </p:nvSpPr>
        <p:spPr bwMode="auto">
          <a:xfrm>
            <a:off x="5550013" y="3939902"/>
            <a:ext cx="1725282" cy="609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Algorithmic Auditing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9ACB41AD-9C3F-F98F-0AF0-14011E44998A}"/>
              </a:ext>
            </a:extLst>
          </p:cNvPr>
          <p:cNvSpPr txBox="1">
            <a:spLocks/>
          </p:cNvSpPr>
          <p:nvPr/>
        </p:nvSpPr>
        <p:spPr bwMode="auto">
          <a:xfrm>
            <a:off x="6546183" y="2368064"/>
            <a:ext cx="1725282" cy="609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Uncertainty </a:t>
            </a:r>
            <a:b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</a:b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Quantification</a:t>
            </a:r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2B1AB548-226B-2B6C-8BE7-DF0202435091}"/>
              </a:ext>
            </a:extLst>
          </p:cNvPr>
          <p:cNvSpPr txBox="1">
            <a:spLocks/>
          </p:cNvSpPr>
          <p:nvPr/>
        </p:nvSpPr>
        <p:spPr bwMode="auto">
          <a:xfrm>
            <a:off x="1702710" y="2310397"/>
            <a:ext cx="1667178" cy="609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Human-AI </a:t>
            </a:r>
            <a:b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</a:b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Collaboration</a:t>
            </a:r>
          </a:p>
        </p:txBody>
      </p:sp>
      <p:pic>
        <p:nvPicPr>
          <p:cNvPr id="11" name="Picture 14" descr="Image result for robots and humans collaboration">
            <a:extLst>
              <a:ext uri="{FF2B5EF4-FFF2-40B4-BE49-F238E27FC236}">
                <a16:creationId xmlns:a16="http://schemas.microsoft.com/office/drawing/2014/main" id="{D659EEF5-F396-4A24-5EAE-1A514C364D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634" y="2316160"/>
            <a:ext cx="576064" cy="576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Weighing scale - Free icons">
            <a:extLst>
              <a:ext uri="{FF2B5EF4-FFF2-40B4-BE49-F238E27FC236}">
                <a16:creationId xmlns:a16="http://schemas.microsoft.com/office/drawing/2014/main" id="{8495A0D1-C402-6B15-0D77-59CE22430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710" y="3753181"/>
            <a:ext cx="661473" cy="661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isk Indicator Icon - Download in Colored Outline Style">
            <a:extLst>
              <a:ext uri="{FF2B5EF4-FFF2-40B4-BE49-F238E27FC236}">
                <a16:creationId xmlns:a16="http://schemas.microsoft.com/office/drawing/2014/main" id="{444DC323-2A3A-1912-5572-A05AC3D91D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400886"/>
            <a:ext cx="553998" cy="55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664E2667-2264-68F4-41DC-39676E007A66}"/>
              </a:ext>
            </a:extLst>
          </p:cNvPr>
          <p:cNvSpPr txBox="1">
            <a:spLocks/>
          </p:cNvSpPr>
          <p:nvPr/>
        </p:nvSpPr>
        <p:spPr bwMode="auto">
          <a:xfrm>
            <a:off x="395536" y="195486"/>
            <a:ext cx="7056784" cy="439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311058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622115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933173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244231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/>
            <a:r>
              <a:rPr lang="en-US" sz="2857" kern="0" dirty="0">
                <a:latin typeface="Calibri"/>
              </a:rPr>
              <a:t>Developing Human-Centric Machine Learning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B6E851E-09A4-441C-5178-94B0401BD4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8734" y="2964901"/>
            <a:ext cx="661473" cy="66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01003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8" grpId="0"/>
      <p:bldP spid="9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itle 1"/>
          <p:cNvSpPr txBox="1">
            <a:spLocks/>
          </p:cNvSpPr>
          <p:nvPr/>
        </p:nvSpPr>
        <p:spPr bwMode="auto">
          <a:xfrm>
            <a:off x="475924" y="3203443"/>
            <a:ext cx="1077852" cy="3600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  <a:spcAft>
                <a:spcPts val="816"/>
              </a:spcAft>
            </a:pPr>
            <a:r>
              <a:rPr lang="en-US" sz="26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When?</a:t>
            </a:r>
            <a:endParaRPr lang="en-US" sz="2600" dirty="0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97" name="Title 1"/>
          <p:cNvSpPr txBox="1">
            <a:spLocks/>
          </p:cNvSpPr>
          <p:nvPr/>
        </p:nvSpPr>
        <p:spPr bwMode="auto">
          <a:xfrm>
            <a:off x="5079959" y="3203443"/>
            <a:ext cx="1224832" cy="3600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  <a:spcAft>
                <a:spcPts val="816"/>
              </a:spcAft>
            </a:pPr>
            <a:r>
              <a:rPr lang="en-US" sz="26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Where</a:t>
            </a:r>
            <a:r>
              <a:rPr lang="en-US" sz="2600" cap="small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?</a:t>
            </a:r>
            <a:endParaRPr lang="en-US" sz="2600" dirty="0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98" name="Title 1"/>
          <p:cNvSpPr txBox="1">
            <a:spLocks/>
          </p:cNvSpPr>
          <p:nvPr/>
        </p:nvSpPr>
        <p:spPr bwMode="auto">
          <a:xfrm>
            <a:off x="489759" y="1275606"/>
            <a:ext cx="1763757" cy="3600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  <a:spcAft>
                <a:spcPts val="816"/>
              </a:spcAft>
            </a:pPr>
            <a:r>
              <a:rPr lang="en-US" sz="26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What?</a:t>
            </a:r>
            <a:endParaRPr lang="en-US" sz="2600" dirty="0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100" name="Title 2"/>
          <p:cNvSpPr txBox="1">
            <a:spLocks/>
          </p:cNvSpPr>
          <p:nvPr/>
        </p:nvSpPr>
        <p:spPr bwMode="auto">
          <a:xfrm>
            <a:off x="804658" y="1735097"/>
            <a:ext cx="2245715" cy="3046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2200" dirty="0">
                <a:solidFill>
                  <a:schemeClr val="tx1"/>
                </a:solidFill>
                <a:latin typeface="Calibri"/>
              </a:rPr>
              <a:t>You will have to</a:t>
            </a:r>
            <a:endParaRPr lang="en-US" sz="2200" b="0" baseline="300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101" name="Title 2"/>
          <p:cNvSpPr txBox="1">
            <a:spLocks/>
          </p:cNvSpPr>
          <p:nvPr/>
        </p:nvSpPr>
        <p:spPr bwMode="auto">
          <a:xfrm>
            <a:off x="5492814" y="3655807"/>
            <a:ext cx="1873599" cy="3046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2200" dirty="0">
                <a:solidFill>
                  <a:schemeClr val="tx1"/>
                </a:solidFill>
                <a:latin typeface="Calibri"/>
              </a:rPr>
              <a:t>MPI-SWS 111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12055BC6-96CE-709F-2460-338C63C7FE50}"/>
              </a:ext>
            </a:extLst>
          </p:cNvPr>
          <p:cNvSpPr txBox="1">
            <a:spLocks/>
          </p:cNvSpPr>
          <p:nvPr/>
        </p:nvSpPr>
        <p:spPr bwMode="auto">
          <a:xfrm>
            <a:off x="804658" y="3643652"/>
            <a:ext cx="3799970" cy="91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2200" dirty="0">
                <a:solidFill>
                  <a:schemeClr val="tx1"/>
                </a:solidFill>
                <a:latin typeface="Calibri"/>
              </a:rPr>
              <a:t>One “test presentation” in January &amp; one “final presentation” in Feb-March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468B5573-6219-81C2-61E6-C863E709B225}"/>
              </a:ext>
            </a:extLst>
          </p:cNvPr>
          <p:cNvSpPr txBox="1">
            <a:spLocks/>
          </p:cNvSpPr>
          <p:nvPr/>
        </p:nvSpPr>
        <p:spPr bwMode="auto">
          <a:xfrm>
            <a:off x="1227219" y="2163874"/>
            <a:ext cx="7056783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2000" dirty="0">
                <a:solidFill>
                  <a:schemeClr val="tx1"/>
                </a:solidFill>
                <a:latin typeface="Calibri"/>
              </a:rPr>
              <a:t>present one paper in an area of human-centric ML</a:t>
            </a:r>
            <a:endParaRPr lang="en-US" sz="2000" b="0" baseline="300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12F25BF-1CE1-A5AB-580E-A017B8FBE9CD}"/>
              </a:ext>
            </a:extLst>
          </p:cNvPr>
          <p:cNvSpPr txBox="1">
            <a:spLocks/>
          </p:cNvSpPr>
          <p:nvPr/>
        </p:nvSpPr>
        <p:spPr bwMode="auto">
          <a:xfrm>
            <a:off x="1246165" y="2596816"/>
            <a:ext cx="786233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2000" dirty="0">
                <a:solidFill>
                  <a:schemeClr val="tx1"/>
                </a:solidFill>
                <a:latin typeface="Calibri"/>
              </a:rPr>
              <a:t>ask questions during the presentation of another paper in the same area</a:t>
            </a:r>
            <a:endParaRPr lang="en-US" sz="2000" b="0" baseline="300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79CE262-A54E-828B-16C5-65FAB675478C}"/>
              </a:ext>
            </a:extLst>
          </p:cNvPr>
          <p:cNvSpPr txBox="1">
            <a:spLocks/>
          </p:cNvSpPr>
          <p:nvPr/>
        </p:nvSpPr>
        <p:spPr bwMode="auto">
          <a:xfrm>
            <a:off x="395536" y="195486"/>
            <a:ext cx="7056784" cy="439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311058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622115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933173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244231" algn="l" rtl="0" eaLnBrk="0" fontAlgn="base" hangingPunct="0">
              <a:spcBef>
                <a:spcPct val="0"/>
              </a:spcBef>
              <a:spcAft>
                <a:spcPct val="0"/>
              </a:spcAft>
              <a:defRPr sz="2993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/>
            <a:r>
              <a:rPr lang="en-US" sz="2857" kern="0" dirty="0">
                <a:latin typeface="Calibri"/>
              </a:rPr>
              <a:t>What? When? Where?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8B3BFC1-1F85-2EA0-1683-90F0BAA1F109}"/>
              </a:ext>
            </a:extLst>
          </p:cNvPr>
          <p:cNvCxnSpPr/>
          <p:nvPr/>
        </p:nvCxnSpPr>
        <p:spPr bwMode="auto">
          <a:xfrm>
            <a:off x="957191" y="2328462"/>
            <a:ext cx="195973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DBA68B-1913-3BF8-5AD1-2F68292E7808}"/>
              </a:ext>
            </a:extLst>
          </p:cNvPr>
          <p:cNvCxnSpPr>
            <a:cxnSpLocks/>
          </p:cNvCxnSpPr>
          <p:nvPr/>
        </p:nvCxnSpPr>
        <p:spPr bwMode="auto">
          <a:xfrm flipV="1">
            <a:off x="957191" y="2181482"/>
            <a:ext cx="0" cy="14698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0B16285-F5C7-4781-89AD-E3F85A29F3D1}"/>
              </a:ext>
            </a:extLst>
          </p:cNvPr>
          <p:cNvCxnSpPr/>
          <p:nvPr/>
        </p:nvCxnSpPr>
        <p:spPr bwMode="auto">
          <a:xfrm>
            <a:off x="954346" y="2759028"/>
            <a:ext cx="195973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C56E0C-CB08-F3B7-7861-51529826043A}"/>
              </a:ext>
            </a:extLst>
          </p:cNvPr>
          <p:cNvCxnSpPr>
            <a:cxnSpLocks/>
          </p:cNvCxnSpPr>
          <p:nvPr/>
        </p:nvCxnSpPr>
        <p:spPr bwMode="auto">
          <a:xfrm flipV="1">
            <a:off x="954346" y="2612048"/>
            <a:ext cx="0" cy="14698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Title 1"/>
          <p:cNvSpPr txBox="1">
            <a:spLocks noGrp="1"/>
          </p:cNvSpPr>
          <p:nvPr>
            <p:ph type="title" idx="4294967295"/>
          </p:nvPr>
        </p:nvSpPr>
        <p:spPr>
          <a:xfrm>
            <a:off x="405795" y="183788"/>
            <a:ext cx="6540086" cy="460695"/>
          </a:xfrm>
        </p:spPr>
        <p:txBody>
          <a:bodyPr wrap="square">
            <a:spAutoFit/>
          </a:bodyPr>
          <a:lstStyle/>
          <a:p>
            <a:pPr eaLnBrk="1"/>
            <a:r>
              <a:rPr lang="en-US" dirty="0">
                <a:latin typeface="Calibri"/>
              </a:rPr>
              <a:t>Important dates</a:t>
            </a:r>
          </a:p>
        </p:txBody>
      </p:sp>
      <p:sp>
        <p:nvSpPr>
          <p:cNvPr id="69" name="Title 2"/>
          <p:cNvSpPr txBox="1">
            <a:spLocks/>
          </p:cNvSpPr>
          <p:nvPr/>
        </p:nvSpPr>
        <p:spPr bwMode="auto">
          <a:xfrm>
            <a:off x="179512" y="1634778"/>
            <a:ext cx="1339667" cy="4985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algn="r" eaLnBrk="1">
              <a:lnSpc>
                <a:spcPct val="90000"/>
              </a:lnSpc>
            </a:pPr>
            <a:r>
              <a:rPr lang="en-US" sz="1800" b="0" dirty="0">
                <a:solidFill>
                  <a:schemeClr val="tx1"/>
                </a:solidFill>
                <a:latin typeface="Calibri"/>
              </a:rPr>
              <a:t>Registration </a:t>
            </a:r>
            <a:br>
              <a:rPr lang="en-US" sz="1800" b="0" dirty="0">
                <a:solidFill>
                  <a:schemeClr val="tx1"/>
                </a:solidFill>
                <a:latin typeface="Calibri"/>
              </a:rPr>
            </a:br>
            <a:r>
              <a:rPr lang="en-US" sz="1800" b="0" dirty="0">
                <a:solidFill>
                  <a:schemeClr val="tx1"/>
                </a:solidFill>
                <a:latin typeface="Calibri"/>
              </a:rPr>
              <a:t>deadline</a:t>
            </a:r>
            <a:endParaRPr lang="en-US" sz="1800" b="0" baseline="300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15" name="Title 2">
            <a:extLst>
              <a:ext uri="{FF2B5EF4-FFF2-40B4-BE49-F238E27FC236}">
                <a16:creationId xmlns:a16="http://schemas.microsoft.com/office/drawing/2014/main" id="{6CFCAE2D-9D15-2C86-27E6-C4183936AC42}"/>
              </a:ext>
            </a:extLst>
          </p:cNvPr>
          <p:cNvSpPr txBox="1">
            <a:spLocks/>
          </p:cNvSpPr>
          <p:nvPr/>
        </p:nvSpPr>
        <p:spPr bwMode="auto">
          <a:xfrm>
            <a:off x="639832" y="3140112"/>
            <a:ext cx="1598568" cy="2073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1497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Interpretability</a:t>
            </a:r>
            <a:endParaRPr lang="en-US" sz="1497" b="0" baseline="3000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16" name="Title 2">
            <a:extLst>
              <a:ext uri="{FF2B5EF4-FFF2-40B4-BE49-F238E27FC236}">
                <a16:creationId xmlns:a16="http://schemas.microsoft.com/office/drawing/2014/main" id="{06EB61FA-47DB-3CC5-8442-5ABFB785972C}"/>
              </a:ext>
            </a:extLst>
          </p:cNvPr>
          <p:cNvSpPr txBox="1">
            <a:spLocks/>
          </p:cNvSpPr>
          <p:nvPr/>
        </p:nvSpPr>
        <p:spPr bwMode="auto">
          <a:xfrm>
            <a:off x="639832" y="2835020"/>
            <a:ext cx="1598568" cy="2073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1497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Bias &amp; Fairness</a:t>
            </a:r>
          </a:p>
        </p:txBody>
      </p:sp>
      <p:sp>
        <p:nvSpPr>
          <p:cNvPr id="18" name="Title 2">
            <a:extLst>
              <a:ext uri="{FF2B5EF4-FFF2-40B4-BE49-F238E27FC236}">
                <a16:creationId xmlns:a16="http://schemas.microsoft.com/office/drawing/2014/main" id="{01AC1928-0F58-B574-22C3-E431EA137DD1}"/>
              </a:ext>
            </a:extLst>
          </p:cNvPr>
          <p:cNvSpPr txBox="1">
            <a:spLocks/>
          </p:cNvSpPr>
          <p:nvPr/>
        </p:nvSpPr>
        <p:spPr bwMode="auto">
          <a:xfrm>
            <a:off x="639832" y="3456327"/>
            <a:ext cx="1699920" cy="2073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1497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Algorithmic Auditing</a:t>
            </a:r>
          </a:p>
        </p:txBody>
      </p:sp>
      <p:sp>
        <p:nvSpPr>
          <p:cNvPr id="19" name="Title 2">
            <a:extLst>
              <a:ext uri="{FF2B5EF4-FFF2-40B4-BE49-F238E27FC236}">
                <a16:creationId xmlns:a16="http://schemas.microsoft.com/office/drawing/2014/main" id="{F08A86AE-B5BC-E9A9-9594-D0FF311AB5C0}"/>
              </a:ext>
            </a:extLst>
          </p:cNvPr>
          <p:cNvSpPr txBox="1">
            <a:spLocks/>
          </p:cNvSpPr>
          <p:nvPr/>
        </p:nvSpPr>
        <p:spPr bwMode="auto">
          <a:xfrm>
            <a:off x="639832" y="3754552"/>
            <a:ext cx="2336409" cy="2073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1497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Uncertainty Quantification</a:t>
            </a:r>
          </a:p>
        </p:txBody>
      </p:sp>
      <p:sp>
        <p:nvSpPr>
          <p:cNvPr id="20" name="Title 2">
            <a:extLst>
              <a:ext uri="{FF2B5EF4-FFF2-40B4-BE49-F238E27FC236}">
                <a16:creationId xmlns:a16="http://schemas.microsoft.com/office/drawing/2014/main" id="{4867D804-5C68-1FB4-52B5-D52054F8A2C1}"/>
              </a:ext>
            </a:extLst>
          </p:cNvPr>
          <p:cNvSpPr txBox="1">
            <a:spLocks/>
          </p:cNvSpPr>
          <p:nvPr/>
        </p:nvSpPr>
        <p:spPr bwMode="auto">
          <a:xfrm>
            <a:off x="639831" y="2536706"/>
            <a:ext cx="2155704" cy="2073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1497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Human-AI Collaboration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3E90777-F131-EECC-DB30-3ABAB7E06C70}"/>
              </a:ext>
            </a:extLst>
          </p:cNvPr>
          <p:cNvCxnSpPr>
            <a:cxnSpLocks/>
          </p:cNvCxnSpPr>
          <p:nvPr/>
        </p:nvCxnSpPr>
        <p:spPr bwMode="auto">
          <a:xfrm>
            <a:off x="1067696" y="1496279"/>
            <a:ext cx="7896792" cy="0"/>
          </a:xfrm>
          <a:prstGeom prst="straightConnector1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5E161B-CCC4-B7BF-5A69-6ACD942269E2}"/>
              </a:ext>
            </a:extLst>
          </p:cNvPr>
          <p:cNvCxnSpPr/>
          <p:nvPr/>
        </p:nvCxnSpPr>
        <p:spPr bwMode="auto">
          <a:xfrm>
            <a:off x="1305715" y="1412972"/>
            <a:ext cx="0" cy="144016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0A1149F-F704-A1F8-6473-E840FF7FCEFC}"/>
              </a:ext>
            </a:extLst>
          </p:cNvPr>
          <p:cNvCxnSpPr>
            <a:cxnSpLocks/>
          </p:cNvCxnSpPr>
          <p:nvPr/>
        </p:nvCxnSpPr>
        <p:spPr bwMode="auto">
          <a:xfrm>
            <a:off x="426582" y="1496279"/>
            <a:ext cx="641114" cy="0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47C8780-FEFB-FBB0-B079-E6D04C960536}"/>
              </a:ext>
            </a:extLst>
          </p:cNvPr>
          <p:cNvSpPr/>
          <p:nvPr/>
        </p:nvSpPr>
        <p:spPr>
          <a:xfrm>
            <a:off x="849346" y="1135307"/>
            <a:ext cx="875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Oct 31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7974A53-FAA3-F12B-E86E-E61FB4CE5694}"/>
              </a:ext>
            </a:extLst>
          </p:cNvPr>
          <p:cNvCxnSpPr/>
          <p:nvPr/>
        </p:nvCxnSpPr>
        <p:spPr bwMode="auto">
          <a:xfrm>
            <a:off x="2086806" y="1412972"/>
            <a:ext cx="0" cy="144016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DFA302-5DFE-2CB3-1E0E-6860D33B619F}"/>
              </a:ext>
            </a:extLst>
          </p:cNvPr>
          <p:cNvCxnSpPr/>
          <p:nvPr/>
        </p:nvCxnSpPr>
        <p:spPr bwMode="auto">
          <a:xfrm>
            <a:off x="4388245" y="1413874"/>
            <a:ext cx="0" cy="144016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C6547FE-41AB-A880-814A-92FD529EEE4E}"/>
              </a:ext>
            </a:extLst>
          </p:cNvPr>
          <p:cNvSpPr/>
          <p:nvPr/>
        </p:nvSpPr>
        <p:spPr>
          <a:xfrm>
            <a:off x="3770248" y="1131590"/>
            <a:ext cx="123599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Dec 4</a:t>
            </a:r>
          </a:p>
        </p:txBody>
      </p:sp>
      <p:sp>
        <p:nvSpPr>
          <p:cNvPr id="21" name="Title 2">
            <a:extLst>
              <a:ext uri="{FF2B5EF4-FFF2-40B4-BE49-F238E27FC236}">
                <a16:creationId xmlns:a16="http://schemas.microsoft.com/office/drawing/2014/main" id="{A90EEB44-6841-115B-FC11-F3A41F44428E}"/>
              </a:ext>
            </a:extLst>
          </p:cNvPr>
          <p:cNvSpPr txBox="1">
            <a:spLocks/>
          </p:cNvSpPr>
          <p:nvPr/>
        </p:nvSpPr>
        <p:spPr bwMode="auto">
          <a:xfrm>
            <a:off x="2915816" y="1652407"/>
            <a:ext cx="1106454" cy="4985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algn="ctr" eaLnBrk="1">
              <a:lnSpc>
                <a:spcPct val="90000"/>
              </a:lnSpc>
            </a:pPr>
            <a:r>
              <a:rPr lang="en-US" sz="1800" b="0" dirty="0">
                <a:solidFill>
                  <a:schemeClr val="tx1"/>
                </a:solidFill>
                <a:latin typeface="Calibri"/>
              </a:rPr>
              <a:t>Deadline to </a:t>
            </a:r>
            <a:br>
              <a:rPr lang="en-US" sz="1800" b="0" dirty="0">
                <a:solidFill>
                  <a:schemeClr val="tx1"/>
                </a:solidFill>
                <a:latin typeface="Calibri"/>
              </a:rPr>
            </a:br>
            <a:r>
              <a:rPr lang="en-US" sz="1800" b="0" dirty="0">
                <a:solidFill>
                  <a:schemeClr val="tx1"/>
                </a:solidFill>
                <a:latin typeface="Calibri"/>
              </a:rPr>
              <a:t>rank topics</a:t>
            </a:r>
            <a:endParaRPr lang="en-US" sz="1800" b="0" baseline="300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22" name="Title 2">
            <a:extLst>
              <a:ext uri="{FF2B5EF4-FFF2-40B4-BE49-F238E27FC236}">
                <a16:creationId xmlns:a16="http://schemas.microsoft.com/office/drawing/2014/main" id="{48056390-D630-6E1A-E68F-A1D0F2977C71}"/>
              </a:ext>
            </a:extLst>
          </p:cNvPr>
          <p:cNvSpPr txBox="1">
            <a:spLocks/>
          </p:cNvSpPr>
          <p:nvPr/>
        </p:nvSpPr>
        <p:spPr bwMode="auto">
          <a:xfrm>
            <a:off x="1531189" y="1654526"/>
            <a:ext cx="1339667" cy="4985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algn="ctr" eaLnBrk="1">
              <a:lnSpc>
                <a:spcPct val="90000"/>
              </a:lnSpc>
            </a:pPr>
            <a:r>
              <a:rPr lang="en-US" sz="1800" b="0" dirty="0">
                <a:solidFill>
                  <a:schemeClr val="tx1"/>
                </a:solidFill>
                <a:latin typeface="Calibri"/>
              </a:rPr>
              <a:t>Acceptance notification</a:t>
            </a:r>
            <a:endParaRPr lang="en-US" sz="1800" b="0" baseline="300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31A9DE-520B-A5F7-A276-0F8A8134560F}"/>
              </a:ext>
            </a:extLst>
          </p:cNvPr>
          <p:cNvSpPr/>
          <p:nvPr/>
        </p:nvSpPr>
        <p:spPr>
          <a:xfrm>
            <a:off x="1652256" y="1134345"/>
            <a:ext cx="875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Nov 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AAD2AE1-A69C-11CD-5D91-EC854D226EC4}"/>
              </a:ext>
            </a:extLst>
          </p:cNvPr>
          <p:cNvCxnSpPr/>
          <p:nvPr/>
        </p:nvCxnSpPr>
        <p:spPr bwMode="auto">
          <a:xfrm>
            <a:off x="3529468" y="1413305"/>
            <a:ext cx="0" cy="144016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7E94205-77F9-122E-5D62-77CB3583737B}"/>
              </a:ext>
            </a:extLst>
          </p:cNvPr>
          <p:cNvSpPr/>
          <p:nvPr/>
        </p:nvSpPr>
        <p:spPr>
          <a:xfrm>
            <a:off x="3094918" y="1134678"/>
            <a:ext cx="875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Nov 27</a:t>
            </a:r>
          </a:p>
        </p:txBody>
      </p:sp>
      <p:sp>
        <p:nvSpPr>
          <p:cNvPr id="31" name="Title 2">
            <a:extLst>
              <a:ext uri="{FF2B5EF4-FFF2-40B4-BE49-F238E27FC236}">
                <a16:creationId xmlns:a16="http://schemas.microsoft.com/office/drawing/2014/main" id="{9D237CDE-0EEB-040E-4DC3-35CC938AA14A}"/>
              </a:ext>
            </a:extLst>
          </p:cNvPr>
          <p:cNvSpPr txBox="1">
            <a:spLocks/>
          </p:cNvSpPr>
          <p:nvPr/>
        </p:nvSpPr>
        <p:spPr bwMode="auto">
          <a:xfrm>
            <a:off x="4139952" y="1667617"/>
            <a:ext cx="2200266" cy="4985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1800" b="0" dirty="0">
                <a:solidFill>
                  <a:schemeClr val="tx1"/>
                </a:solidFill>
                <a:latin typeface="Calibri"/>
              </a:rPr>
              <a:t>Paper assignment &amp;</a:t>
            </a:r>
            <a:br>
              <a:rPr lang="en-US" sz="1800" b="0" dirty="0">
                <a:solidFill>
                  <a:schemeClr val="tx1"/>
                </a:solidFill>
                <a:latin typeface="Calibri"/>
              </a:rPr>
            </a:br>
            <a:r>
              <a:rPr lang="en-US" sz="1800" b="0" dirty="0">
                <a:solidFill>
                  <a:schemeClr val="tx1"/>
                </a:solidFill>
                <a:latin typeface="Calibri"/>
              </a:rPr>
              <a:t>Presentation dates</a:t>
            </a:r>
            <a:endParaRPr lang="en-US" sz="1800" b="0" baseline="30000" dirty="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9A97F5-F0C0-505D-FB78-92E38ADEBB5F}"/>
              </a:ext>
            </a:extLst>
          </p:cNvPr>
          <p:cNvCxnSpPr/>
          <p:nvPr/>
        </p:nvCxnSpPr>
        <p:spPr bwMode="auto">
          <a:xfrm>
            <a:off x="7011722" y="1422068"/>
            <a:ext cx="0" cy="144016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BC66CA75-CA7A-1DDC-C3D8-7FCA91B12839}"/>
              </a:ext>
            </a:extLst>
          </p:cNvPr>
          <p:cNvSpPr/>
          <p:nvPr/>
        </p:nvSpPr>
        <p:spPr>
          <a:xfrm>
            <a:off x="6393725" y="1139784"/>
            <a:ext cx="123599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Jan 31</a:t>
            </a:r>
          </a:p>
        </p:txBody>
      </p:sp>
      <p:sp>
        <p:nvSpPr>
          <p:cNvPr id="34" name="Title 2">
            <a:extLst>
              <a:ext uri="{FF2B5EF4-FFF2-40B4-BE49-F238E27FC236}">
                <a16:creationId xmlns:a16="http://schemas.microsoft.com/office/drawing/2014/main" id="{CECECE03-7B10-D835-BD12-BE48A641D723}"/>
              </a:ext>
            </a:extLst>
          </p:cNvPr>
          <p:cNvSpPr txBox="1">
            <a:spLocks/>
          </p:cNvSpPr>
          <p:nvPr/>
        </p:nvSpPr>
        <p:spPr bwMode="auto">
          <a:xfrm>
            <a:off x="5917485" y="1901706"/>
            <a:ext cx="1361496" cy="4985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algn="ctr" eaLnBrk="1">
              <a:lnSpc>
                <a:spcPct val="90000"/>
              </a:lnSpc>
            </a:pPr>
            <a:r>
              <a:rPr lang="en-US" sz="1800" b="0" dirty="0">
                <a:solidFill>
                  <a:schemeClr val="tx1"/>
                </a:solidFill>
                <a:latin typeface="Calibri"/>
              </a:rPr>
              <a:t>Practice presentations</a:t>
            </a:r>
            <a:endParaRPr lang="en-US" sz="1800" b="0" baseline="300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35" name="Double Brace 34">
            <a:extLst>
              <a:ext uri="{FF2B5EF4-FFF2-40B4-BE49-F238E27FC236}">
                <a16:creationId xmlns:a16="http://schemas.microsoft.com/office/drawing/2014/main" id="{E64DC666-CF4D-9E89-0C62-F77932214DE7}"/>
              </a:ext>
            </a:extLst>
          </p:cNvPr>
          <p:cNvSpPr/>
          <p:nvPr/>
        </p:nvSpPr>
        <p:spPr bwMode="auto">
          <a:xfrm>
            <a:off x="352764" y="2536706"/>
            <a:ext cx="2623477" cy="1450123"/>
          </a:xfrm>
          <a:prstGeom prst="bracePair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BF6CAFE-EC77-D2E9-A462-084F94C6153F}"/>
              </a:ext>
            </a:extLst>
          </p:cNvPr>
          <p:cNvCxnSpPr>
            <a:cxnSpLocks/>
          </p:cNvCxnSpPr>
          <p:nvPr/>
        </p:nvCxnSpPr>
        <p:spPr bwMode="auto">
          <a:xfrm flipV="1">
            <a:off x="3742990" y="2129494"/>
            <a:ext cx="0" cy="1134848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FCB2698-617A-88F6-2A52-C927BFA9B618}"/>
              </a:ext>
            </a:extLst>
          </p:cNvPr>
          <p:cNvCxnSpPr>
            <a:cxnSpLocks/>
          </p:cNvCxnSpPr>
          <p:nvPr/>
        </p:nvCxnSpPr>
        <p:spPr bwMode="auto">
          <a:xfrm flipH="1">
            <a:off x="3094918" y="3264342"/>
            <a:ext cx="648072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EB495EC-3F62-EED9-00A4-82C9D90692C0}"/>
              </a:ext>
            </a:extLst>
          </p:cNvPr>
          <p:cNvCxnSpPr>
            <a:cxnSpLocks/>
          </p:cNvCxnSpPr>
          <p:nvPr/>
        </p:nvCxnSpPr>
        <p:spPr bwMode="auto">
          <a:xfrm>
            <a:off x="3419872" y="2129494"/>
            <a:ext cx="543598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A5651A4-7D8C-80C9-78C5-F600FA6F2E4F}"/>
              </a:ext>
            </a:extLst>
          </p:cNvPr>
          <p:cNvCxnSpPr/>
          <p:nvPr/>
        </p:nvCxnSpPr>
        <p:spPr bwMode="auto">
          <a:xfrm>
            <a:off x="6176719" y="1428125"/>
            <a:ext cx="0" cy="144016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DC18E-345C-1C15-94BF-79C26C9953F2}"/>
              </a:ext>
            </a:extLst>
          </p:cNvPr>
          <p:cNvSpPr/>
          <p:nvPr/>
        </p:nvSpPr>
        <p:spPr>
          <a:xfrm>
            <a:off x="5897556" y="1134345"/>
            <a:ext cx="6186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Jan 12</a:t>
            </a:r>
          </a:p>
        </p:txBody>
      </p:sp>
      <p:sp>
        <p:nvSpPr>
          <p:cNvPr id="53" name="Left Brace 52">
            <a:extLst>
              <a:ext uri="{FF2B5EF4-FFF2-40B4-BE49-F238E27FC236}">
                <a16:creationId xmlns:a16="http://schemas.microsoft.com/office/drawing/2014/main" id="{B4261247-230D-7468-78F1-C42205AD995C}"/>
              </a:ext>
            </a:extLst>
          </p:cNvPr>
          <p:cNvSpPr/>
          <p:nvPr/>
        </p:nvSpPr>
        <p:spPr bwMode="auto">
          <a:xfrm rot="16200000">
            <a:off x="6519918" y="1344088"/>
            <a:ext cx="156630" cy="826977"/>
          </a:xfrm>
          <a:prstGeom prst="leftBrac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54" name="Left Brace 53">
            <a:extLst>
              <a:ext uri="{FF2B5EF4-FFF2-40B4-BE49-F238E27FC236}">
                <a16:creationId xmlns:a16="http://schemas.microsoft.com/office/drawing/2014/main" id="{0EDDAE58-24D3-1BBD-1B8D-81AA5D32E3FE}"/>
              </a:ext>
            </a:extLst>
          </p:cNvPr>
          <p:cNvSpPr/>
          <p:nvPr/>
        </p:nvSpPr>
        <p:spPr bwMode="auto">
          <a:xfrm rot="16200000">
            <a:off x="7986372" y="1304473"/>
            <a:ext cx="189416" cy="902720"/>
          </a:xfrm>
          <a:prstGeom prst="leftBrac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55" name="Title 2">
            <a:extLst>
              <a:ext uri="{FF2B5EF4-FFF2-40B4-BE49-F238E27FC236}">
                <a16:creationId xmlns:a16="http://schemas.microsoft.com/office/drawing/2014/main" id="{2FEDA713-4250-03B3-A0EE-B96EEA8D798F}"/>
              </a:ext>
            </a:extLst>
          </p:cNvPr>
          <p:cNvSpPr txBox="1">
            <a:spLocks/>
          </p:cNvSpPr>
          <p:nvPr/>
        </p:nvSpPr>
        <p:spPr bwMode="auto">
          <a:xfrm>
            <a:off x="7361668" y="1901706"/>
            <a:ext cx="1512165" cy="4985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algn="ctr" eaLnBrk="1">
              <a:lnSpc>
                <a:spcPct val="90000"/>
              </a:lnSpc>
            </a:pPr>
            <a:r>
              <a:rPr lang="en-US" sz="1800" b="0" dirty="0">
                <a:solidFill>
                  <a:schemeClr val="tx1"/>
                </a:solidFill>
                <a:latin typeface="Calibri"/>
              </a:rPr>
              <a:t>Final presentations</a:t>
            </a:r>
            <a:endParaRPr lang="en-US" sz="1800" b="0" baseline="300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48E9D69-7E37-73FE-FB62-883AF3DBA398}"/>
              </a:ext>
            </a:extLst>
          </p:cNvPr>
          <p:cNvSpPr/>
          <p:nvPr/>
        </p:nvSpPr>
        <p:spPr>
          <a:xfrm>
            <a:off x="7305638" y="1137522"/>
            <a:ext cx="67226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Feb 12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924A12C-F704-8689-9430-C0138CB3D02E}"/>
              </a:ext>
            </a:extLst>
          </p:cNvPr>
          <p:cNvCxnSpPr/>
          <p:nvPr/>
        </p:nvCxnSpPr>
        <p:spPr bwMode="auto">
          <a:xfrm>
            <a:off x="7617861" y="1414415"/>
            <a:ext cx="0" cy="144016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317B2305-37F9-26BF-9A48-E0534FC103C7}"/>
              </a:ext>
            </a:extLst>
          </p:cNvPr>
          <p:cNvSpPr/>
          <p:nvPr/>
        </p:nvSpPr>
        <p:spPr>
          <a:xfrm>
            <a:off x="8220217" y="1131696"/>
            <a:ext cx="67226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Mar 29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1A276ED-C9E6-F582-E0AD-A6D47445EFD4}"/>
              </a:ext>
            </a:extLst>
          </p:cNvPr>
          <p:cNvCxnSpPr/>
          <p:nvPr/>
        </p:nvCxnSpPr>
        <p:spPr bwMode="auto">
          <a:xfrm>
            <a:off x="8532440" y="1408589"/>
            <a:ext cx="0" cy="144016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360A9AA4-0DE3-E1CC-0EA9-DB093E8E05CC}"/>
              </a:ext>
            </a:extLst>
          </p:cNvPr>
          <p:cNvSpPr/>
          <p:nvPr/>
        </p:nvSpPr>
        <p:spPr bwMode="auto">
          <a:xfrm rot="20003322">
            <a:off x="5244913" y="1360419"/>
            <a:ext cx="209652" cy="21602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C45CCD4-AFE1-3142-62D8-4A391D77EEE3}"/>
              </a:ext>
            </a:extLst>
          </p:cNvPr>
          <p:cNvCxnSpPr>
            <a:cxnSpLocks/>
          </p:cNvCxnSpPr>
          <p:nvPr/>
        </p:nvCxnSpPr>
        <p:spPr bwMode="auto">
          <a:xfrm>
            <a:off x="5349472" y="1408589"/>
            <a:ext cx="70489" cy="1361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B6AF884-7DAB-BA38-E745-A004A5DCEE3A}"/>
              </a:ext>
            </a:extLst>
          </p:cNvPr>
          <p:cNvCxnSpPr>
            <a:cxnSpLocks/>
          </p:cNvCxnSpPr>
          <p:nvPr/>
        </p:nvCxnSpPr>
        <p:spPr bwMode="auto">
          <a:xfrm>
            <a:off x="5291215" y="1411539"/>
            <a:ext cx="72276" cy="1450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0" name="Title 2">
            <a:extLst>
              <a:ext uri="{FF2B5EF4-FFF2-40B4-BE49-F238E27FC236}">
                <a16:creationId xmlns:a16="http://schemas.microsoft.com/office/drawing/2014/main" id="{585AAB1B-60BB-35F3-2330-6CFD5D5D967F}"/>
              </a:ext>
            </a:extLst>
          </p:cNvPr>
          <p:cNvSpPr txBox="1">
            <a:spLocks/>
          </p:cNvSpPr>
          <p:nvPr/>
        </p:nvSpPr>
        <p:spPr bwMode="auto">
          <a:xfrm>
            <a:off x="4622611" y="2716460"/>
            <a:ext cx="1598568" cy="414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1497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In front of the instructors</a:t>
            </a:r>
            <a:endParaRPr lang="en-US" sz="1497" b="0" baseline="3000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71" name="Title 2">
            <a:extLst>
              <a:ext uri="{FF2B5EF4-FFF2-40B4-BE49-F238E27FC236}">
                <a16:creationId xmlns:a16="http://schemas.microsoft.com/office/drawing/2014/main" id="{B0303A99-551B-2B04-24C5-070E67069C94}"/>
              </a:ext>
            </a:extLst>
          </p:cNvPr>
          <p:cNvSpPr txBox="1">
            <a:spLocks/>
          </p:cNvSpPr>
          <p:nvPr/>
        </p:nvSpPr>
        <p:spPr bwMode="auto">
          <a:xfrm>
            <a:off x="4621747" y="3210729"/>
            <a:ext cx="1598568" cy="414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1497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Instructors provide feedback</a:t>
            </a:r>
            <a:endParaRPr lang="en-US" sz="1497" b="0" baseline="3000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72" name="Double Brace 71">
            <a:extLst>
              <a:ext uri="{FF2B5EF4-FFF2-40B4-BE49-F238E27FC236}">
                <a16:creationId xmlns:a16="http://schemas.microsoft.com/office/drawing/2014/main" id="{257DD69B-011E-F9A0-7ED3-C2E0C4A5C8CF}"/>
              </a:ext>
            </a:extLst>
          </p:cNvPr>
          <p:cNvSpPr/>
          <p:nvPr/>
        </p:nvSpPr>
        <p:spPr bwMode="auto">
          <a:xfrm>
            <a:off x="4416810" y="2689928"/>
            <a:ext cx="1893362" cy="939980"/>
          </a:xfrm>
          <a:prstGeom prst="bracePair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8E21DD0-7125-3E36-86E9-8B3462D85CD6}"/>
              </a:ext>
            </a:extLst>
          </p:cNvPr>
          <p:cNvCxnSpPr>
            <a:cxnSpLocks/>
          </p:cNvCxnSpPr>
          <p:nvPr/>
        </p:nvCxnSpPr>
        <p:spPr bwMode="auto">
          <a:xfrm flipV="1">
            <a:off x="6619122" y="2420899"/>
            <a:ext cx="0" cy="739019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457E8F6-AD0B-0FD5-50B7-5EA5FBD11C6A}"/>
              </a:ext>
            </a:extLst>
          </p:cNvPr>
          <p:cNvCxnSpPr>
            <a:cxnSpLocks/>
          </p:cNvCxnSpPr>
          <p:nvPr/>
        </p:nvCxnSpPr>
        <p:spPr bwMode="auto">
          <a:xfrm flipH="1">
            <a:off x="6363649" y="3159918"/>
            <a:ext cx="255473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78" name="Title 2">
            <a:extLst>
              <a:ext uri="{FF2B5EF4-FFF2-40B4-BE49-F238E27FC236}">
                <a16:creationId xmlns:a16="http://schemas.microsoft.com/office/drawing/2014/main" id="{4328D65F-13CD-8129-B4FB-92E62AA404A4}"/>
              </a:ext>
            </a:extLst>
          </p:cNvPr>
          <p:cNvSpPr txBox="1">
            <a:spLocks/>
          </p:cNvSpPr>
          <p:nvPr/>
        </p:nvSpPr>
        <p:spPr bwMode="auto">
          <a:xfrm>
            <a:off x="5881818" y="3860267"/>
            <a:ext cx="1802631" cy="414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1497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In front of the instructors &amp; students</a:t>
            </a:r>
            <a:endParaRPr lang="en-US" sz="1497" b="0" baseline="3000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79" name="Title 2">
            <a:extLst>
              <a:ext uri="{FF2B5EF4-FFF2-40B4-BE49-F238E27FC236}">
                <a16:creationId xmlns:a16="http://schemas.microsoft.com/office/drawing/2014/main" id="{5369CA9A-68EC-6844-AE3C-DE0FEC616449}"/>
              </a:ext>
            </a:extLst>
          </p:cNvPr>
          <p:cNvSpPr txBox="1">
            <a:spLocks/>
          </p:cNvSpPr>
          <p:nvPr/>
        </p:nvSpPr>
        <p:spPr bwMode="auto">
          <a:xfrm>
            <a:off x="5880955" y="4354536"/>
            <a:ext cx="1598568" cy="414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rgbClr val="FFFFFF"/>
                </a:solidFill>
                <a:latin typeface="Arial" pitchFamily="34" charset="0"/>
                <a:ea typeface="DejaVu Sans"/>
                <a:cs typeface="DejaVu Sans"/>
              </a:defRPr>
            </a:lvl9pPr>
          </a:lstStyle>
          <a:p>
            <a:pPr eaLnBrk="1">
              <a:lnSpc>
                <a:spcPct val="90000"/>
              </a:lnSpc>
            </a:pPr>
            <a:r>
              <a:rPr lang="en-US" sz="1497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Questions by students</a:t>
            </a:r>
            <a:endParaRPr lang="en-US" sz="1497" b="0" baseline="3000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80" name="Double Brace 79">
            <a:extLst>
              <a:ext uri="{FF2B5EF4-FFF2-40B4-BE49-F238E27FC236}">
                <a16:creationId xmlns:a16="http://schemas.microsoft.com/office/drawing/2014/main" id="{038582E9-F044-9655-26B8-5EE1B7D26EF7}"/>
              </a:ext>
            </a:extLst>
          </p:cNvPr>
          <p:cNvSpPr/>
          <p:nvPr/>
        </p:nvSpPr>
        <p:spPr bwMode="auto">
          <a:xfrm>
            <a:off x="5676017" y="3833735"/>
            <a:ext cx="2131191" cy="935510"/>
          </a:xfrm>
          <a:prstGeom prst="bracePair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BF943C2-9918-A976-2F0F-317AAC940CF5}"/>
              </a:ext>
            </a:extLst>
          </p:cNvPr>
          <p:cNvCxnSpPr>
            <a:cxnSpLocks/>
          </p:cNvCxnSpPr>
          <p:nvPr/>
        </p:nvCxnSpPr>
        <p:spPr bwMode="auto">
          <a:xfrm flipV="1">
            <a:off x="8100392" y="2420899"/>
            <a:ext cx="0" cy="1891253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BD5B834-D16D-51E8-968E-29BBB1E33031}"/>
              </a:ext>
            </a:extLst>
          </p:cNvPr>
          <p:cNvCxnSpPr>
            <a:cxnSpLocks/>
          </p:cNvCxnSpPr>
          <p:nvPr/>
        </p:nvCxnSpPr>
        <p:spPr bwMode="auto">
          <a:xfrm flipH="1">
            <a:off x="7844919" y="4312152"/>
            <a:ext cx="255473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  <p:bldP spid="52" grpId="0"/>
      <p:bldP spid="53" grpId="0" animBg="1"/>
      <p:bldP spid="54" grpId="0" animBg="1"/>
      <p:bldP spid="55" grpId="0"/>
      <p:bldP spid="57" grpId="0"/>
      <p:bldP spid="59" grpId="0"/>
      <p:bldP spid="70" grpId="0"/>
      <p:bldP spid="71" grpId="0"/>
      <p:bldP spid="72" grpId="0" animBg="1"/>
      <p:bldP spid="78" grpId="0"/>
      <p:bldP spid="79" grpId="0"/>
      <p:bldP spid="80" grpId="0" animBg="1"/>
    </p:bldLst>
  </p:timing>
</p:sld>
</file>

<file path=ppt/theme/theme1.xml><?xml version="1.0" encoding="utf-8"?>
<a:theme xmlns:a="http://schemas.openxmlformats.org/drawingml/2006/main" name="Glossy">
  <a:themeElements>
    <a:clrScheme name="Glossy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FFFFFF"/>
      </a:accent3>
      <a:accent4>
        <a:srgbClr val="000000"/>
      </a:accent4>
      <a:accent5>
        <a:srgbClr val="B2C1DB"/>
      </a:accent5>
      <a:accent6>
        <a:srgbClr val="AE4845"/>
      </a:accent6>
      <a:hlink>
        <a:srgbClr val="0000FF"/>
      </a:hlink>
      <a:folHlink>
        <a:srgbClr val="800080"/>
      </a:folHlink>
    </a:clrScheme>
    <a:fontScheme name="Glossy">
      <a:majorFont>
        <a:latin typeface="Arial"/>
        <a:ea typeface="DejaVu Sans"/>
        <a:cs typeface="DejaVu Sans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Glossy 1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AE4845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46528</TotalTime>
  <Words>209</Words>
  <Application>Microsoft Macintosh PowerPoint</Application>
  <PresentationFormat>On-screen Show (16:9)</PresentationFormat>
  <Paragraphs>54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StarSymbol</vt:lpstr>
      <vt:lpstr>Times New Roman</vt:lpstr>
      <vt:lpstr>Glossy</vt:lpstr>
      <vt:lpstr>PowerPoint Presentation</vt:lpstr>
      <vt:lpstr>PowerPoint Presentation</vt:lpstr>
      <vt:lpstr>Human-Centric Machine Learning</vt:lpstr>
      <vt:lpstr>PowerPoint Presentation</vt:lpstr>
      <vt:lpstr>PowerPoint Presentation</vt:lpstr>
      <vt:lpstr>Important dates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Structure and Dynamics of Information Pathways in On-line Media</dc:title>
  <dc:subject/>
  <dc:creator>Manuel Gomez Rodriguez</dc:creator>
  <cp:keywords/>
  <dc:description>Interview at Google</dc:description>
  <cp:lastModifiedBy>Microsoft Office User</cp:lastModifiedBy>
  <cp:revision>4332</cp:revision>
  <dcterms:created xsi:type="dcterms:W3CDTF">2014-02-12T10:07:58Z</dcterms:created>
  <dcterms:modified xsi:type="dcterms:W3CDTF">2026-09-23T15:58:52Z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fo 1">
    <vt:lpwstr/>
  </property>
  <property fmtid="{D5CDD505-2E9C-101B-9397-08002B2CF9AE}" pid="3" name="Info 2">
    <vt:lpwstr/>
  </property>
  <property fmtid="{D5CDD505-2E9C-101B-9397-08002B2CF9AE}" pid="4" name="Info 3">
    <vt:lpwstr/>
  </property>
  <property fmtid="{D5CDD505-2E9C-101B-9397-08002B2CF9AE}" pid="5" name="Info 4">
    <vt:lpwstr/>
  </property>
</Properties>
</file>